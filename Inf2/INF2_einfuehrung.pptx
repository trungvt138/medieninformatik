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64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D82743-7EF9-4D5B-A12A-956288E573CA}" v="13" dt="2025-08-15T09:58:52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187" autoAdjust="0"/>
  </p:normalViewPr>
  <p:slideViewPr>
    <p:cSldViewPr snapToGrid="0">
      <p:cViewPr varScale="1">
        <p:scale>
          <a:sx n="62" d="100"/>
          <a:sy n="62" d="100"/>
        </p:scale>
        <p:origin x="50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670" y="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i, Nils" userId="c34194c2-71ae-47de-8ef3-60d691fbf90d" providerId="ADAL" clId="{B0CF859E-D7DD-436B-9AC9-28F75A054156}"/>
    <pc:docChg chg="undo custSel modSld">
      <pc:chgData name="Martini, Nils" userId="c34194c2-71ae-47de-8ef3-60d691fbf90d" providerId="ADAL" clId="{B0CF859E-D7DD-436B-9AC9-28F75A054156}" dt="2025-02-26T07:55:55.464" v="153" actId="572"/>
      <pc:docMkLst>
        <pc:docMk/>
      </pc:docMkLst>
      <pc:sldChg chg="modSp mod">
        <pc:chgData name="Martini, Nils" userId="c34194c2-71ae-47de-8ef3-60d691fbf90d" providerId="ADAL" clId="{B0CF859E-D7DD-436B-9AC9-28F75A054156}" dt="2025-02-26T07:38:01.434" v="12" actId="20577"/>
        <pc:sldMkLst>
          <pc:docMk/>
          <pc:sldMk cId="925675539" sldId="256"/>
        </pc:sldMkLst>
      </pc:sldChg>
      <pc:sldChg chg="modSp mod">
        <pc:chgData name="Martini, Nils" userId="c34194c2-71ae-47de-8ef3-60d691fbf90d" providerId="ADAL" clId="{B0CF859E-D7DD-436B-9AC9-28F75A054156}" dt="2025-02-26T07:40:03.543" v="43" actId="20577"/>
        <pc:sldMkLst>
          <pc:docMk/>
          <pc:sldMk cId="2693732347" sldId="259"/>
        </pc:sldMkLst>
      </pc:sldChg>
      <pc:sldChg chg="modSp mod">
        <pc:chgData name="Martini, Nils" userId="c34194c2-71ae-47de-8ef3-60d691fbf90d" providerId="ADAL" clId="{B0CF859E-D7DD-436B-9AC9-28F75A054156}" dt="2025-02-26T07:43:07.908" v="82" actId="20577"/>
        <pc:sldMkLst>
          <pc:docMk/>
          <pc:sldMk cId="1305782250" sldId="260"/>
        </pc:sldMkLst>
      </pc:sldChg>
      <pc:sldChg chg="modSp mod">
        <pc:chgData name="Martini, Nils" userId="c34194c2-71ae-47de-8ef3-60d691fbf90d" providerId="ADAL" clId="{B0CF859E-D7DD-436B-9AC9-28F75A054156}" dt="2025-02-26T07:43:36.954" v="84" actId="20577"/>
        <pc:sldMkLst>
          <pc:docMk/>
          <pc:sldMk cId="2245556285" sldId="261"/>
        </pc:sldMkLst>
      </pc:sldChg>
      <pc:sldChg chg="modSp mod">
        <pc:chgData name="Martini, Nils" userId="c34194c2-71ae-47de-8ef3-60d691fbf90d" providerId="ADAL" clId="{B0CF859E-D7DD-436B-9AC9-28F75A054156}" dt="2025-02-26T07:55:55.464" v="153" actId="572"/>
        <pc:sldMkLst>
          <pc:docMk/>
          <pc:sldMk cId="574364433" sldId="263"/>
        </pc:sldMkLst>
      </pc:sldChg>
    </pc:docChg>
  </pc:docChgLst>
  <pc:docChgLst>
    <pc:chgData name="Martini, Nils" userId="c34194c2-71ae-47de-8ef3-60d691fbf90d" providerId="ADAL" clId="{3B3B657D-CEED-414D-BC44-80A69A83373A}"/>
    <pc:docChg chg="custSel modSld modMainMaster">
      <pc:chgData name="Martini, Nils" userId="c34194c2-71ae-47de-8ef3-60d691fbf90d" providerId="ADAL" clId="{3B3B657D-CEED-414D-BC44-80A69A83373A}" dt="2025-07-25T11:18:27.126" v="784" actId="20577"/>
      <pc:docMkLst>
        <pc:docMk/>
      </pc:docMkLst>
      <pc:sldChg chg="modSp mod">
        <pc:chgData name="Martini, Nils" userId="c34194c2-71ae-47de-8ef3-60d691fbf90d" providerId="ADAL" clId="{3B3B657D-CEED-414D-BC44-80A69A83373A}" dt="2025-07-25T11:18:27.126" v="784" actId="20577"/>
        <pc:sldMkLst>
          <pc:docMk/>
          <pc:sldMk cId="925675539" sldId="256"/>
        </pc:sldMkLst>
        <pc:spChg chg="mod">
          <ac:chgData name="Martini, Nils" userId="c34194c2-71ae-47de-8ef3-60d691fbf90d" providerId="ADAL" clId="{3B3B657D-CEED-414D-BC44-80A69A83373A}" dt="2025-07-25T10:07:54.190" v="6" actId="20577"/>
          <ac:spMkLst>
            <pc:docMk/>
            <pc:sldMk cId="925675539" sldId="256"/>
            <ac:spMk id="2" creationId="{00000000-0000-0000-0000-000000000000}"/>
          </ac:spMkLst>
        </pc:spChg>
        <pc:spChg chg="mod">
          <ac:chgData name="Martini, Nils" userId="c34194c2-71ae-47de-8ef3-60d691fbf90d" providerId="ADAL" clId="{3B3B657D-CEED-414D-BC44-80A69A83373A}" dt="2025-07-25T11:18:27.126" v="784" actId="20577"/>
          <ac:spMkLst>
            <pc:docMk/>
            <pc:sldMk cId="925675539" sldId="256"/>
            <ac:spMk id="3" creationId="{00000000-0000-0000-0000-000000000000}"/>
          </ac:spMkLst>
        </pc:spChg>
      </pc:sldChg>
      <pc:sldChg chg="modSp mod">
        <pc:chgData name="Martini, Nils" userId="c34194c2-71ae-47de-8ef3-60d691fbf90d" providerId="ADAL" clId="{3B3B657D-CEED-414D-BC44-80A69A83373A}" dt="2025-07-25T10:49:58.499" v="583" actId="20577"/>
        <pc:sldMkLst>
          <pc:docMk/>
          <pc:sldMk cId="2724333363" sldId="257"/>
        </pc:sldMkLst>
        <pc:spChg chg="mod">
          <ac:chgData name="Martini, Nils" userId="c34194c2-71ae-47de-8ef3-60d691fbf90d" providerId="ADAL" clId="{3B3B657D-CEED-414D-BC44-80A69A83373A}" dt="2025-07-25T10:49:58.499" v="583" actId="20577"/>
          <ac:spMkLst>
            <pc:docMk/>
            <pc:sldMk cId="2724333363" sldId="257"/>
            <ac:spMk id="5" creationId="{00000000-0000-0000-0000-000000000000}"/>
          </ac:spMkLst>
        </pc:spChg>
      </pc:sldChg>
      <pc:sldChg chg="modSp mod">
        <pc:chgData name="Martini, Nils" userId="c34194c2-71ae-47de-8ef3-60d691fbf90d" providerId="ADAL" clId="{3B3B657D-CEED-414D-BC44-80A69A83373A}" dt="2025-07-25T10:49:28.872" v="571" actId="207"/>
        <pc:sldMkLst>
          <pc:docMk/>
          <pc:sldMk cId="2312827969" sldId="258"/>
        </pc:sldMkLst>
        <pc:spChg chg="mod">
          <ac:chgData name="Martini, Nils" userId="c34194c2-71ae-47de-8ef3-60d691fbf90d" providerId="ADAL" clId="{3B3B657D-CEED-414D-BC44-80A69A83373A}" dt="2025-07-25T10:49:28.872" v="571" actId="207"/>
          <ac:spMkLst>
            <pc:docMk/>
            <pc:sldMk cId="2312827969" sldId="258"/>
            <ac:spMk id="3" creationId="{00000000-0000-0000-0000-000000000000}"/>
          </ac:spMkLst>
        </pc:spChg>
      </pc:sldChg>
      <pc:sldChg chg="modSp mod">
        <pc:chgData name="Martini, Nils" userId="c34194c2-71ae-47de-8ef3-60d691fbf90d" providerId="ADAL" clId="{3B3B657D-CEED-414D-BC44-80A69A83373A}" dt="2025-07-25T11:00:53.425" v="696" actId="20577"/>
        <pc:sldMkLst>
          <pc:docMk/>
          <pc:sldMk cId="2693732347" sldId="259"/>
        </pc:sldMkLst>
        <pc:spChg chg="mod">
          <ac:chgData name="Martini, Nils" userId="c34194c2-71ae-47de-8ef3-60d691fbf90d" providerId="ADAL" clId="{3B3B657D-CEED-414D-BC44-80A69A83373A}" dt="2025-07-25T11:00:53.425" v="696" actId="20577"/>
          <ac:spMkLst>
            <pc:docMk/>
            <pc:sldMk cId="2693732347" sldId="259"/>
            <ac:spMk id="3" creationId="{00000000-0000-0000-0000-000000000000}"/>
          </ac:spMkLst>
        </pc:spChg>
      </pc:sldChg>
      <pc:sldChg chg="modSp mod">
        <pc:chgData name="Martini, Nils" userId="c34194c2-71ae-47de-8ef3-60d691fbf90d" providerId="ADAL" clId="{3B3B657D-CEED-414D-BC44-80A69A83373A}" dt="2025-07-25T11:01:30.428" v="761" actId="20577"/>
        <pc:sldMkLst>
          <pc:docMk/>
          <pc:sldMk cId="1305782250" sldId="260"/>
        </pc:sldMkLst>
        <pc:spChg chg="mod">
          <ac:chgData name="Martini, Nils" userId="c34194c2-71ae-47de-8ef3-60d691fbf90d" providerId="ADAL" clId="{3B3B657D-CEED-414D-BC44-80A69A83373A}" dt="2025-07-25T11:01:30.428" v="761" actId="20577"/>
          <ac:spMkLst>
            <pc:docMk/>
            <pc:sldMk cId="1305782250" sldId="260"/>
            <ac:spMk id="3" creationId="{00000000-0000-0000-0000-000000000000}"/>
          </ac:spMkLst>
        </pc:spChg>
      </pc:sldChg>
      <pc:sldChg chg="modSp mod">
        <pc:chgData name="Martini, Nils" userId="c34194c2-71ae-47de-8ef3-60d691fbf90d" providerId="ADAL" clId="{3B3B657D-CEED-414D-BC44-80A69A83373A}" dt="2025-07-25T11:10:13.098" v="763" actId="20577"/>
        <pc:sldMkLst>
          <pc:docMk/>
          <pc:sldMk cId="2245556285" sldId="261"/>
        </pc:sldMkLst>
        <pc:spChg chg="mod">
          <ac:chgData name="Martini, Nils" userId="c34194c2-71ae-47de-8ef3-60d691fbf90d" providerId="ADAL" clId="{3B3B657D-CEED-414D-BC44-80A69A83373A}" dt="2025-07-25T11:10:13.098" v="763" actId="20577"/>
          <ac:spMkLst>
            <pc:docMk/>
            <pc:sldMk cId="2245556285" sldId="261"/>
            <ac:spMk id="3" creationId="{00000000-0000-0000-0000-000000000000}"/>
          </ac:spMkLst>
        </pc:spChg>
      </pc:sldChg>
      <pc:sldChg chg="modSp mod">
        <pc:chgData name="Martini, Nils" userId="c34194c2-71ae-47de-8ef3-60d691fbf90d" providerId="ADAL" clId="{3B3B657D-CEED-414D-BC44-80A69A83373A}" dt="2025-07-25T11:10:47.452" v="771" actId="5793"/>
        <pc:sldMkLst>
          <pc:docMk/>
          <pc:sldMk cId="1758089499" sldId="265"/>
        </pc:sldMkLst>
        <pc:spChg chg="mod">
          <ac:chgData name="Martini, Nils" userId="c34194c2-71ae-47de-8ef3-60d691fbf90d" providerId="ADAL" clId="{3B3B657D-CEED-414D-BC44-80A69A83373A}" dt="2025-07-25T11:10:47.452" v="771" actId="5793"/>
          <ac:spMkLst>
            <pc:docMk/>
            <pc:sldMk cId="1758089499" sldId="265"/>
            <ac:spMk id="8" creationId="{00000000-0000-0000-0000-000000000000}"/>
          </ac:spMkLst>
        </pc:spChg>
      </pc:sldChg>
      <pc:sldMasterChg chg="modSldLayout">
        <pc:chgData name="Martini, Nils" userId="c34194c2-71ae-47de-8ef3-60d691fbf90d" providerId="ADAL" clId="{3B3B657D-CEED-414D-BC44-80A69A83373A}" dt="2025-07-25T10:10:37.927" v="257" actId="20577"/>
        <pc:sldMasterMkLst>
          <pc:docMk/>
          <pc:sldMasterMk cId="3883322421" sldId="2147483648"/>
        </pc:sldMasterMkLst>
        <pc:sldLayoutChg chg="modSp mod">
          <pc:chgData name="Martini, Nils" userId="c34194c2-71ae-47de-8ef3-60d691fbf90d" providerId="ADAL" clId="{3B3B657D-CEED-414D-BC44-80A69A83373A}" dt="2025-07-25T10:08:58.829" v="107" actId="20577"/>
          <pc:sldLayoutMkLst>
            <pc:docMk/>
            <pc:sldMasterMk cId="3883322421" sldId="2147483648"/>
            <pc:sldLayoutMk cId="2231645580" sldId="2147483650"/>
          </pc:sldLayoutMkLst>
          <pc:spChg chg="mod">
            <ac:chgData name="Martini, Nils" userId="c34194c2-71ae-47de-8ef3-60d691fbf90d" providerId="ADAL" clId="{3B3B657D-CEED-414D-BC44-80A69A83373A}" dt="2025-07-25T10:08:58.829" v="107" actId="20577"/>
            <ac:spMkLst>
              <pc:docMk/>
              <pc:sldMasterMk cId="3883322421" sldId="2147483648"/>
              <pc:sldLayoutMk cId="2231645580" sldId="2147483650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3B3B657D-CEED-414D-BC44-80A69A83373A}" dt="2025-07-25T10:08:36.268" v="50" actId="20577"/>
            <ac:spMkLst>
              <pc:docMk/>
              <pc:sldMasterMk cId="3883322421" sldId="2147483648"/>
              <pc:sldLayoutMk cId="2231645580" sldId="2147483650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3B3B657D-CEED-414D-BC44-80A69A83373A}" dt="2025-07-25T10:10:15.646" v="213" actId="20577"/>
          <pc:sldLayoutMkLst>
            <pc:docMk/>
            <pc:sldMasterMk cId="3883322421" sldId="2147483648"/>
            <pc:sldLayoutMk cId="687458762" sldId="2147483652"/>
          </pc:sldLayoutMkLst>
          <pc:spChg chg="mod">
            <ac:chgData name="Martini, Nils" userId="c34194c2-71ae-47de-8ef3-60d691fbf90d" providerId="ADAL" clId="{3B3B657D-CEED-414D-BC44-80A69A83373A}" dt="2025-07-25T10:10:15.646" v="213" actId="20577"/>
            <ac:spMkLst>
              <pc:docMk/>
              <pc:sldMasterMk cId="3883322421" sldId="2147483648"/>
              <pc:sldLayoutMk cId="687458762" sldId="2147483652"/>
              <ac:spMk id="9" creationId="{00000000-0000-0000-0000-000000000000}"/>
            </ac:spMkLst>
          </pc:spChg>
          <pc:spChg chg="mod">
            <ac:chgData name="Martini, Nils" userId="c34194c2-71ae-47de-8ef3-60d691fbf90d" providerId="ADAL" clId="{3B3B657D-CEED-414D-BC44-80A69A83373A}" dt="2025-07-25T10:09:57.455" v="166"/>
            <ac:spMkLst>
              <pc:docMk/>
              <pc:sldMasterMk cId="3883322421" sldId="2147483648"/>
              <pc:sldLayoutMk cId="687458762" sldId="2147483652"/>
              <ac:spMk id="10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3B3B657D-CEED-414D-BC44-80A69A83373A}" dt="2025-07-25T10:10:37.927" v="257" actId="20577"/>
          <pc:sldLayoutMkLst>
            <pc:docMk/>
            <pc:sldMasterMk cId="3883322421" sldId="2147483648"/>
            <pc:sldLayoutMk cId="897819904" sldId="2147483654"/>
          </pc:sldLayoutMkLst>
          <pc:spChg chg="mod">
            <ac:chgData name="Martini, Nils" userId="c34194c2-71ae-47de-8ef3-60d691fbf90d" providerId="ADAL" clId="{3B3B657D-CEED-414D-BC44-80A69A83373A}" dt="2025-07-25T10:10:37.927" v="257" actId="20577"/>
            <ac:spMkLst>
              <pc:docMk/>
              <pc:sldMasterMk cId="3883322421" sldId="2147483648"/>
              <pc:sldLayoutMk cId="897819904" sldId="2147483654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3B3B657D-CEED-414D-BC44-80A69A83373A}" dt="2025-07-25T10:10:24.377" v="214"/>
            <ac:spMkLst>
              <pc:docMk/>
              <pc:sldMasterMk cId="3883322421" sldId="2147483648"/>
              <pc:sldLayoutMk cId="897819904" sldId="2147483654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3B3B657D-CEED-414D-BC44-80A69A83373A}" dt="2025-07-25T10:09:48.498" v="165" actId="20577"/>
          <pc:sldLayoutMkLst>
            <pc:docMk/>
            <pc:sldMasterMk cId="3883322421" sldId="2147483648"/>
            <pc:sldLayoutMk cId="4073662840" sldId="2147483660"/>
          </pc:sldLayoutMkLst>
          <pc:spChg chg="mod">
            <ac:chgData name="Martini, Nils" userId="c34194c2-71ae-47de-8ef3-60d691fbf90d" providerId="ADAL" clId="{3B3B657D-CEED-414D-BC44-80A69A83373A}" dt="2025-07-25T10:09:48.498" v="165" actId="20577"/>
            <ac:spMkLst>
              <pc:docMk/>
              <pc:sldMasterMk cId="3883322421" sldId="2147483648"/>
              <pc:sldLayoutMk cId="4073662840" sldId="2147483660"/>
              <ac:spMk id="10" creationId="{00000000-0000-0000-0000-000000000000}"/>
            </ac:spMkLst>
          </pc:spChg>
          <pc:spChg chg="mod">
            <ac:chgData name="Martini, Nils" userId="c34194c2-71ae-47de-8ef3-60d691fbf90d" providerId="ADAL" clId="{3B3B657D-CEED-414D-BC44-80A69A83373A}" dt="2025-07-25T10:09:36.650" v="108"/>
            <ac:spMkLst>
              <pc:docMk/>
              <pc:sldMasterMk cId="3883322421" sldId="2147483648"/>
              <pc:sldLayoutMk cId="4073662840" sldId="2147483660"/>
              <ac:spMk id="11" creationId="{00000000-0000-0000-0000-000000000000}"/>
            </ac:spMkLst>
          </pc:spChg>
        </pc:sldLayoutChg>
      </pc:sldMasterChg>
    </pc:docChg>
  </pc:docChgLst>
  <pc:docChgLst>
    <pc:chgData name="Martini, Nils" userId="c34194c2-71ae-47de-8ef3-60d691fbf90d" providerId="ADAL" clId="{5BEF05A9-F8D0-4EA7-9123-7235EB84376D}"/>
    <pc:docChg chg="undo custSel modSld">
      <pc:chgData name="Martini, Nils" userId="c34194c2-71ae-47de-8ef3-60d691fbf90d" providerId="ADAL" clId="{5BEF05A9-F8D0-4EA7-9123-7235EB84376D}" dt="2024-09-16T07:18:09.663" v="95" actId="20577"/>
      <pc:docMkLst>
        <pc:docMk/>
      </pc:docMkLst>
      <pc:sldChg chg="modSp mod">
        <pc:chgData name="Martini, Nils" userId="c34194c2-71ae-47de-8ef3-60d691fbf90d" providerId="ADAL" clId="{5BEF05A9-F8D0-4EA7-9123-7235EB84376D}" dt="2024-09-09T11:46:39.500" v="12" actId="20577"/>
        <pc:sldMkLst>
          <pc:docMk/>
          <pc:sldMk cId="925675539" sldId="256"/>
        </pc:sldMkLst>
      </pc:sldChg>
      <pc:sldChg chg="modSp mod">
        <pc:chgData name="Martini, Nils" userId="c34194c2-71ae-47de-8ef3-60d691fbf90d" providerId="ADAL" clId="{5BEF05A9-F8D0-4EA7-9123-7235EB84376D}" dt="2024-09-09T11:47:34.728" v="63" actId="20577"/>
        <pc:sldMkLst>
          <pc:docMk/>
          <pc:sldMk cId="2693732347" sldId="259"/>
        </pc:sldMkLst>
      </pc:sldChg>
      <pc:sldChg chg="modSp mod">
        <pc:chgData name="Martini, Nils" userId="c34194c2-71ae-47de-8ef3-60d691fbf90d" providerId="ADAL" clId="{5BEF05A9-F8D0-4EA7-9123-7235EB84376D}" dt="2024-09-09T11:48:04.054" v="64" actId="20577"/>
        <pc:sldMkLst>
          <pc:docMk/>
          <pc:sldMk cId="1305782250" sldId="260"/>
        </pc:sldMkLst>
      </pc:sldChg>
      <pc:sldChg chg="modSp mod">
        <pc:chgData name="Martini, Nils" userId="c34194c2-71ae-47de-8ef3-60d691fbf90d" providerId="ADAL" clId="{5BEF05A9-F8D0-4EA7-9123-7235EB84376D}" dt="2024-09-16T07:18:09.663" v="95" actId="20577"/>
        <pc:sldMkLst>
          <pc:docMk/>
          <pc:sldMk cId="2245556285" sldId="261"/>
        </pc:sldMkLst>
      </pc:sldChg>
      <pc:sldChg chg="modSp mod">
        <pc:chgData name="Martini, Nils" userId="c34194c2-71ae-47de-8ef3-60d691fbf90d" providerId="ADAL" clId="{5BEF05A9-F8D0-4EA7-9123-7235EB84376D}" dt="2024-09-09T11:49:45.898" v="75" actId="20577"/>
        <pc:sldMkLst>
          <pc:docMk/>
          <pc:sldMk cId="574364433" sldId="263"/>
        </pc:sldMkLst>
      </pc:sldChg>
    </pc:docChg>
  </pc:docChgLst>
  <pc:docChgLst>
    <pc:chgData name="Martini, Nils" userId="c34194c2-71ae-47de-8ef3-60d691fbf90d" providerId="ADAL" clId="{CCD82743-7EF9-4D5B-A12A-956288E573CA}"/>
    <pc:docChg chg="custSel modSld">
      <pc:chgData name="Martini, Nils" userId="c34194c2-71ae-47de-8ef3-60d691fbf90d" providerId="ADAL" clId="{CCD82743-7EF9-4D5B-A12A-956288E573CA}" dt="2025-08-15T10:00:02.009" v="56" actId="20577"/>
      <pc:docMkLst>
        <pc:docMk/>
      </pc:docMkLst>
      <pc:sldChg chg="modSp mod">
        <pc:chgData name="Martini, Nils" userId="c34194c2-71ae-47de-8ef3-60d691fbf90d" providerId="ADAL" clId="{CCD82743-7EF9-4D5B-A12A-956288E573CA}" dt="2025-08-15T10:00:02.009" v="56" actId="20577"/>
        <pc:sldMkLst>
          <pc:docMk/>
          <pc:sldMk cId="2245556285" sldId="261"/>
        </pc:sldMkLst>
        <pc:spChg chg="mod">
          <ac:chgData name="Martini, Nils" userId="c34194c2-71ae-47de-8ef3-60d691fbf90d" providerId="ADAL" clId="{CCD82743-7EF9-4D5B-A12A-956288E573CA}" dt="2025-08-15T10:00:02.009" v="56" actId="20577"/>
          <ac:spMkLst>
            <pc:docMk/>
            <pc:sldMk cId="2245556285" sldId="261"/>
            <ac:spMk id="3" creationId="{00000000-0000-0000-0000-000000000000}"/>
          </ac:spMkLst>
        </pc:spChg>
      </pc:sldChg>
      <pc:sldChg chg="addSp delSp modSp mod">
        <pc:chgData name="Martini, Nils" userId="c34194c2-71ae-47de-8ef3-60d691fbf90d" providerId="ADAL" clId="{CCD82743-7EF9-4D5B-A12A-956288E573CA}" dt="2025-08-15T09:59:47.493" v="52" actId="1076"/>
        <pc:sldMkLst>
          <pc:docMk/>
          <pc:sldMk cId="574364433" sldId="263"/>
        </pc:sldMkLst>
        <pc:graphicFrameChg chg="add mod modGraphic">
          <ac:chgData name="Martini, Nils" userId="c34194c2-71ae-47de-8ef3-60d691fbf90d" providerId="ADAL" clId="{CCD82743-7EF9-4D5B-A12A-956288E573CA}" dt="2025-08-15T09:59:47.493" v="52" actId="1076"/>
          <ac:graphicFrameMkLst>
            <pc:docMk/>
            <pc:sldMk cId="574364433" sldId="263"/>
            <ac:graphicFrameMk id="2" creationId="{7BF0472F-B1D5-BEA3-E0F9-0D3224A12C09}"/>
          </ac:graphicFrameMkLst>
        </pc:graphicFrameChg>
        <pc:graphicFrameChg chg="del">
          <ac:chgData name="Martini, Nils" userId="c34194c2-71ae-47de-8ef3-60d691fbf90d" providerId="ADAL" clId="{CCD82743-7EF9-4D5B-A12A-956288E573CA}" dt="2025-08-15T09:55:41.044" v="0" actId="478"/>
          <ac:graphicFrameMkLst>
            <pc:docMk/>
            <pc:sldMk cId="574364433" sldId="263"/>
            <ac:graphicFrameMk id="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78FC-1069-44B7-8BAF-FB4058B52624}" type="datetimeFigureOut">
              <a:rPr lang="de-DE" smtClean="0"/>
              <a:t>15.08.2025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D0291-3554-4C30-8D4B-12D5FB451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94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045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20000"/>
            <a:ext cx="10515600" cy="4048391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1645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15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6223144" y="1620000"/>
            <a:ext cx="5132243" cy="40220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0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1" name="Textfeld 10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7366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8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0" name="Textfeld 9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6274085" y="1618181"/>
            <a:ext cx="5079715" cy="4023879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46146B35-E15B-41CF-A855-7A2002B5D955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87458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2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781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6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79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66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36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9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32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96637" cy="2387600"/>
          </a:xfrm>
        </p:spPr>
        <p:txBody>
          <a:bodyPr>
            <a:normAutofit/>
          </a:bodyPr>
          <a:lstStyle/>
          <a:p>
            <a:pPr algn="l"/>
            <a: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  <a:t>Informatik 2</a:t>
            </a:r>
            <a:br>
              <a:rPr lang="de-DE" sz="20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4000" b="1" cap="all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4000" b="1" cap="al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263368"/>
            <a:ext cx="9144000" cy="2299688"/>
          </a:xfrm>
        </p:spPr>
        <p:txBody>
          <a:bodyPr>
            <a:normAutofit/>
          </a:bodyPr>
          <a:lstStyle/>
          <a:p>
            <a:pPr algn="l"/>
            <a:r>
              <a:rPr lang="de-DE" b="1" dirty="0">
                <a:solidFill>
                  <a:schemeClr val="accent1">
                    <a:lumMod val="50000"/>
                  </a:schemeClr>
                </a:solidFill>
              </a:rPr>
              <a:t>Modul Informatik 2</a:t>
            </a:r>
          </a:p>
          <a:p>
            <a:pPr algn="l"/>
            <a:r>
              <a:rPr lang="de-DE" sz="1700" b="1" dirty="0">
                <a:solidFill>
                  <a:schemeClr val="accent1">
                    <a:lumMod val="50000"/>
                  </a:schemeClr>
                </a:solidFill>
              </a:rPr>
              <a:t>Medieninformatik (2. Semester)</a:t>
            </a:r>
          </a:p>
          <a:p>
            <a:pPr algn="l"/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Prof. Dr. Nils Martini</a:t>
            </a:r>
            <a:b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</a:b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Hochschule für Angewandte Wissenschaften Hamburg</a:t>
            </a: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Wintersemester 2025/2026</a:t>
            </a:r>
          </a:p>
          <a:p>
            <a:pPr algn="l"/>
            <a:endParaRPr lang="de-DE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Bild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000" y="5760000"/>
            <a:ext cx="2465189" cy="63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ZIel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1224000"/>
            <a:ext cx="11096897" cy="4932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Im </a:t>
            </a:r>
            <a:r>
              <a:rPr lang="de-DE" sz="1800" dirty="0">
                <a:solidFill>
                  <a:schemeClr val="accent1"/>
                </a:solidFill>
              </a:rPr>
              <a:t>Modul Informatik 2 </a:t>
            </a:r>
            <a:r>
              <a:rPr lang="de-DE" sz="1800" dirty="0"/>
              <a:t>(Medieninformatik, 2. Semester) wird die Funktionsweise von Schicht 3 im OSI-Modell – der Vermittlungsschicht – mit den Protokollen IPv4 und IPv6 sowie Algorithmen für Routing-Verfahren vermittelt.</a:t>
            </a:r>
          </a:p>
          <a:p>
            <a:pPr marL="0" indent="0">
              <a:buNone/>
            </a:pPr>
            <a:r>
              <a:rPr lang="de-DE" sz="1800" dirty="0"/>
              <a:t>Aufbauend auf diesen Netzwerk-Grundlagen werden im </a:t>
            </a:r>
            <a:r>
              <a:rPr lang="de-DE" sz="1800" dirty="0">
                <a:solidFill>
                  <a:schemeClr val="accent1"/>
                </a:solidFill>
              </a:rPr>
              <a:t>Modul Netzwerke </a:t>
            </a:r>
            <a:r>
              <a:rPr lang="de-DE" sz="1800" dirty="0"/>
              <a:t>die Schichten 2, 4 und 7 des OSI-Modells behandelt: Sicherungsschicht, Transportschicht und Anwendungsschicht. Damit wird ein umfassendes Verständnis für alle Abläufe bei der Übertragung von Daten im Internet erreicht.</a:t>
            </a:r>
          </a:p>
          <a:p>
            <a:pPr marL="0" indent="0">
              <a:buNone/>
            </a:pPr>
            <a:r>
              <a:rPr lang="de-DE" sz="1800" dirty="0"/>
              <a:t>Die Kenntnis dieser Basisfunktionen ermöglicht abschließend die Beschäftigung mit dem Thema Netzwerksicherheit. Die (</a:t>
            </a:r>
            <a:r>
              <a:rPr lang="de-DE" sz="1800" dirty="0" err="1"/>
              <a:t>Un</a:t>
            </a:r>
            <a:r>
              <a:rPr lang="de-DE" sz="1800" dirty="0"/>
              <a:t>-)Sicherheit im Internet erfordert einen verantwortungsvollen Umgang mit sensiblen Daten. Das </a:t>
            </a:r>
            <a:r>
              <a:rPr lang="de-DE" sz="1800" dirty="0">
                <a:solidFill>
                  <a:schemeClr val="accent1"/>
                </a:solidFill>
              </a:rPr>
              <a:t>Modul IT-Sicherheit </a:t>
            </a:r>
            <a:r>
              <a:rPr lang="de-DE" sz="1800" dirty="0"/>
              <a:t>(4. Semester) beschäftigt sich daher mit der Integrität und Authentizität von Daten mithilfe von modernen Verschlüsselungsverfahren.</a:t>
            </a:r>
          </a:p>
          <a:p>
            <a:pPr marL="0" indent="0">
              <a:buNone/>
            </a:pPr>
            <a:r>
              <a:rPr lang="de-DE" sz="1800" dirty="0"/>
              <a:t>Die Speicherung von Daten erfolgt in modernen IT-Infrastrukturen zunehmend im Netzwerk. Das </a:t>
            </a:r>
            <a:r>
              <a:rPr lang="de-DE" sz="1800" dirty="0">
                <a:solidFill>
                  <a:schemeClr val="accent1"/>
                </a:solidFill>
              </a:rPr>
              <a:t>Wahlfach Cloud </a:t>
            </a:r>
            <a:r>
              <a:rPr lang="de-DE" sz="1800" dirty="0"/>
              <a:t>zeigt die aktuellen Speichertechnologien von </a:t>
            </a:r>
            <a:r>
              <a:rPr lang="de-DE" sz="1800" dirty="0" err="1"/>
              <a:t>iSCSI</a:t>
            </a:r>
            <a:r>
              <a:rPr lang="de-DE" sz="1800" dirty="0"/>
              <a:t> bis zur Cloud.</a:t>
            </a:r>
          </a:p>
          <a:p>
            <a:pPr marL="0" indent="0">
              <a:buNone/>
            </a:pPr>
            <a:r>
              <a:rPr lang="de-DE" sz="1800" dirty="0"/>
              <a:t>Das (geplante) </a:t>
            </a:r>
            <a:r>
              <a:rPr lang="de-DE" sz="1800" dirty="0">
                <a:solidFill>
                  <a:schemeClr val="accent1"/>
                </a:solidFill>
              </a:rPr>
              <a:t>Wahlfach Audio-Video-Netze </a:t>
            </a:r>
            <a:r>
              <a:rPr lang="de-DE" sz="1800" dirty="0"/>
              <a:t>beschäftigt sich mit der Spezialisierung des Themas Netzwerke in Bezug auf medientechnische Anwendungen.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31282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Einführung in das Betriebssystem Linux</a:t>
            </a:r>
          </a:p>
          <a:p>
            <a:r>
              <a:rPr lang="de-DE" dirty="0"/>
              <a:t>Reguläre Ausdrücke</a:t>
            </a:r>
          </a:p>
          <a:p>
            <a:r>
              <a:rPr lang="de-DE" dirty="0"/>
              <a:t>Shell-Programmierung</a:t>
            </a:r>
          </a:p>
          <a:p>
            <a:r>
              <a:rPr lang="de-DE" dirty="0"/>
              <a:t>Systemstart</a:t>
            </a:r>
          </a:p>
          <a:p>
            <a:r>
              <a:rPr lang="de-DE" dirty="0"/>
              <a:t>Dateisysteme</a:t>
            </a:r>
          </a:p>
          <a:p>
            <a:r>
              <a:rPr lang="de-DE" dirty="0"/>
              <a:t>Vermittlungsschicht im OSI-Modell</a:t>
            </a:r>
          </a:p>
          <a:p>
            <a:pPr lvl="1"/>
            <a:r>
              <a:rPr lang="de-DE" dirty="0"/>
              <a:t>IPv4 im </a:t>
            </a:r>
            <a:r>
              <a:rPr lang="de-DE" dirty="0" err="1"/>
              <a:t>internet</a:t>
            </a:r>
            <a:endParaRPr lang="de-DE" dirty="0"/>
          </a:p>
          <a:p>
            <a:pPr lvl="1"/>
            <a:r>
              <a:rPr lang="de-DE" dirty="0"/>
              <a:t>IPv6</a:t>
            </a:r>
          </a:p>
          <a:p>
            <a:pPr lvl="1"/>
            <a:r>
              <a:rPr lang="de-DE" dirty="0"/>
              <a:t>Steuerprotokolle</a:t>
            </a:r>
          </a:p>
          <a:p>
            <a:pPr lvl="1"/>
            <a:r>
              <a:rPr lang="de-DE" dirty="0"/>
              <a:t>Routing-Protokolle (RIP, OSPF)</a:t>
            </a:r>
          </a:p>
          <a:p>
            <a:pPr lvl="1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72433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inhalte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Routing-Algorithmen</a:t>
            </a:r>
          </a:p>
          <a:p>
            <a:pPr lvl="1"/>
            <a:r>
              <a:rPr lang="de-DE" dirty="0"/>
              <a:t>Dijkstra-Algorithmus</a:t>
            </a:r>
          </a:p>
          <a:p>
            <a:pPr lvl="1"/>
            <a:r>
              <a:rPr lang="de-DE" dirty="0" err="1"/>
              <a:t>Bellman</a:t>
            </a:r>
            <a:r>
              <a:rPr lang="de-DE" dirty="0"/>
              <a:t>-Ford-Algorithmus</a:t>
            </a:r>
          </a:p>
          <a:p>
            <a:r>
              <a:rPr lang="de-DE" dirty="0"/>
              <a:t>Algorithmen und Datenstrukturen</a:t>
            </a:r>
          </a:p>
          <a:p>
            <a:pPr lvl="1"/>
            <a:r>
              <a:rPr lang="de-DE" dirty="0"/>
              <a:t>Verkettete Listen</a:t>
            </a:r>
          </a:p>
          <a:p>
            <a:pPr lvl="1"/>
            <a:r>
              <a:rPr lang="de-DE" dirty="0"/>
              <a:t>Laufzeitverhalten</a:t>
            </a:r>
          </a:p>
          <a:p>
            <a:pPr lvl="1"/>
            <a:r>
              <a:rPr lang="de-DE" dirty="0"/>
              <a:t>Sortieren</a:t>
            </a:r>
          </a:p>
          <a:p>
            <a:pPr lvl="1"/>
            <a:r>
              <a:rPr lang="de-DE" dirty="0"/>
              <a:t>Baum-Strukturen</a:t>
            </a:r>
          </a:p>
          <a:p>
            <a:pPr lvl="1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4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107702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formales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Leistungen im Modul Informatik 2</a:t>
            </a:r>
          </a:p>
          <a:p>
            <a:pPr lvl="1"/>
            <a:r>
              <a:rPr lang="de-DE" dirty="0"/>
              <a:t>Studienleistung „Laborabschluss“ (</a:t>
            </a:r>
            <a:r>
              <a:rPr lang="de-DE" dirty="0" err="1"/>
              <a:t>unbenotet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Prüfungsleistung „Klausur“ (benotet)</a:t>
            </a:r>
          </a:p>
          <a:p>
            <a:r>
              <a:rPr lang="de-DE" dirty="0"/>
              <a:t>Laborabschluss</a:t>
            </a:r>
          </a:p>
          <a:p>
            <a:pPr lvl="1"/>
            <a:r>
              <a:rPr lang="de-DE" dirty="0"/>
              <a:t>Laborübungen 4 bis 7: „Filesysteme“, „IP-Protokoll“, „IP-Routing“</a:t>
            </a:r>
          </a:p>
          <a:p>
            <a:pPr lvl="1"/>
            <a:r>
              <a:rPr lang="de-DE" dirty="0"/>
              <a:t>Eine praktische Laborprüfung à 1,5 Std. ab Januar 2026, Anmeldung in </a:t>
            </a:r>
            <a:r>
              <a:rPr lang="de-DE" dirty="0" err="1"/>
              <a:t>myHAW</a:t>
            </a:r>
            <a:r>
              <a:rPr lang="de-DE" dirty="0"/>
              <a:t> erforderlich</a:t>
            </a:r>
          </a:p>
          <a:p>
            <a:r>
              <a:rPr lang="de-DE" dirty="0"/>
              <a:t>Klausur</a:t>
            </a:r>
          </a:p>
          <a:p>
            <a:pPr lvl="1"/>
            <a:r>
              <a:rPr lang="de-DE" dirty="0"/>
              <a:t>120-minütige Klausur zu allen Themen (Hilfsmittel: keine)</a:t>
            </a:r>
          </a:p>
          <a:p>
            <a:pPr lvl="1"/>
            <a:r>
              <a:rPr lang="de-DE" dirty="0"/>
              <a:t>Termin im Februar 2026</a:t>
            </a:r>
          </a:p>
          <a:p>
            <a:pPr lvl="1"/>
            <a:r>
              <a:rPr lang="de-DE" dirty="0"/>
              <a:t>Das Bestehen des Laborabschlusses ist </a:t>
            </a:r>
            <a:r>
              <a:rPr lang="de-DE" i="1" dirty="0"/>
              <a:t>keine</a:t>
            </a:r>
            <a:r>
              <a:rPr lang="de-DE" dirty="0"/>
              <a:t> Voraussetzung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5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69373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20791" y="329899"/>
            <a:ext cx="10515600" cy="900000"/>
          </a:xfrm>
        </p:spPr>
        <p:txBody>
          <a:bodyPr/>
          <a:lstStyle/>
          <a:p>
            <a:r>
              <a:rPr lang="de-DE" dirty="0" err="1"/>
              <a:t>laborübungen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20000"/>
            <a:ext cx="10515600" cy="4431551"/>
          </a:xfrm>
        </p:spPr>
        <p:txBody>
          <a:bodyPr>
            <a:normAutofit/>
          </a:bodyPr>
          <a:lstStyle/>
          <a:p>
            <a:r>
              <a:rPr lang="de-DE" dirty="0"/>
              <a:t>Online-/Präsenzlabor</a:t>
            </a:r>
          </a:p>
          <a:p>
            <a:pPr lvl="1"/>
            <a:r>
              <a:rPr lang="de-DE" dirty="0"/>
              <a:t>Die Laborübungen 2 bis 7 finden als Online-und/oder Präsenz-Labore statt, Labor 1 als Präsenz-Labor.</a:t>
            </a:r>
          </a:p>
          <a:p>
            <a:pPr lvl="1"/>
            <a:r>
              <a:rPr lang="de-DE" i="1" dirty="0"/>
              <a:t>keine</a:t>
            </a:r>
            <a:r>
              <a:rPr lang="de-DE" dirty="0"/>
              <a:t> Teilnahmepflicht</a:t>
            </a:r>
          </a:p>
          <a:p>
            <a:r>
              <a:rPr lang="de-DE" dirty="0"/>
              <a:t>Laborübungen im Selbststudium</a:t>
            </a:r>
          </a:p>
          <a:p>
            <a:pPr lvl="1"/>
            <a:r>
              <a:rPr lang="de-DE" dirty="0"/>
              <a:t>Alle Laborübungen können in virtuellen Umgebungen durchgeführt werden.</a:t>
            </a:r>
          </a:p>
          <a:p>
            <a:pPr lvl="1"/>
            <a:r>
              <a:rPr lang="de-DE" dirty="0"/>
              <a:t>Alternativen:</a:t>
            </a:r>
          </a:p>
          <a:p>
            <a:pPr lvl="2"/>
            <a:r>
              <a:rPr lang="de-DE" dirty="0"/>
              <a:t>Nutzung der virtuellen Server des </a:t>
            </a:r>
            <a:r>
              <a:rPr lang="de-DE" dirty="0" err="1"/>
              <a:t>EuC</a:t>
            </a:r>
            <a:r>
              <a:rPr lang="de-DE" dirty="0"/>
              <a:t>-Labors (entfernter Zugriff über Remote Desktop von zuhause aus oder in den PC-Pools)</a:t>
            </a:r>
          </a:p>
          <a:p>
            <a:pPr lvl="2"/>
            <a:r>
              <a:rPr lang="de-DE" dirty="0"/>
              <a:t>Installation der virtuellen Umgebung (</a:t>
            </a:r>
            <a:r>
              <a:rPr lang="de-DE" dirty="0" err="1"/>
              <a:t>VirtualBox</a:t>
            </a:r>
            <a:r>
              <a:rPr lang="de-DE" dirty="0"/>
              <a:t>) zuhause auf dem eigenen Rechner</a:t>
            </a:r>
          </a:p>
          <a:p>
            <a:pPr lvl="2"/>
            <a:r>
              <a:rPr lang="de-DE" dirty="0"/>
              <a:t>Nutzung der Arbeitsplätze im EuC-Labor (Terminvereinbarung erforderlich)</a:t>
            </a:r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6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30578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lernmaterialien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moodle.haw-hamburg.de</a:t>
            </a:r>
          </a:p>
          <a:p>
            <a:pPr lvl="1"/>
            <a:r>
              <a:rPr lang="de-DE" dirty="0"/>
              <a:t>Selbsteinschreibeschlüssel   INF2_25</a:t>
            </a:r>
          </a:p>
          <a:p>
            <a:pPr lvl="1"/>
            <a:r>
              <a:rPr lang="de-DE" dirty="0"/>
              <a:t>Vorlesungsskript</a:t>
            </a:r>
          </a:p>
          <a:p>
            <a:pPr lvl="1"/>
            <a:r>
              <a:rPr lang="de-DE" dirty="0"/>
              <a:t>Anleitung zu den virtuellen Laborumgebungen</a:t>
            </a:r>
          </a:p>
          <a:p>
            <a:pPr lvl="1"/>
            <a:r>
              <a:rPr lang="de-DE" dirty="0"/>
              <a:t>Links zu den virtuellen Maschinen</a:t>
            </a:r>
          </a:p>
          <a:p>
            <a:pPr lvl="1"/>
            <a:r>
              <a:rPr lang="de-DE" dirty="0" err="1"/>
              <a:t>Powerpoint</a:t>
            </a:r>
            <a:r>
              <a:rPr lang="de-DE" dirty="0"/>
              <a:t>-Präsentationen</a:t>
            </a:r>
          </a:p>
          <a:p>
            <a:r>
              <a:rPr lang="de-DE" dirty="0"/>
              <a:t>media.mt.haw-hamburg.de</a:t>
            </a:r>
          </a:p>
          <a:p>
            <a:pPr lvl="1"/>
            <a:r>
              <a:rPr lang="de-DE" dirty="0"/>
              <a:t>Erklär-Videos</a:t>
            </a:r>
          </a:p>
          <a:p>
            <a:pPr lvl="1"/>
            <a:r>
              <a:rPr lang="de-DE" dirty="0"/>
              <a:t>Vorlesungs-Videos</a:t>
            </a:r>
          </a:p>
          <a:p>
            <a:r>
              <a:rPr lang="de-DE" dirty="0"/>
              <a:t>Virtuelle Laborumgebung</a:t>
            </a:r>
          </a:p>
          <a:p>
            <a:pPr lvl="1"/>
            <a:r>
              <a:rPr lang="de-DE" dirty="0"/>
              <a:t>Kleines virtuelles Netzwerk aus vier Linux-Maschinen, in dem die meisten der Laborübungen durchgeführt werden können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7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4555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platzhalter 2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2" r="7472"/>
          <a:stretch>
            <a:fillRect/>
          </a:stretch>
        </p:blipFill>
        <p:spPr>
          <a:xfrm>
            <a:off x="6223145" y="2435781"/>
            <a:ext cx="4091288" cy="3206280"/>
          </a:xfr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</a:t>
            </a:r>
            <a:r>
              <a:rPr lang="de-DE" dirty="0" err="1"/>
              <a:t>euc</a:t>
            </a:r>
            <a:r>
              <a:rPr lang="de-DE" dirty="0"/>
              <a:t>-labor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r>
              <a:rPr lang="de-DE" b="1" dirty="0">
                <a:solidFill>
                  <a:schemeClr val="accent1"/>
                </a:solidFill>
              </a:rPr>
              <a:t>E</a:t>
            </a:r>
            <a:r>
              <a:rPr lang="de-DE" dirty="0"/>
              <a:t>lektronik </a:t>
            </a:r>
            <a:r>
              <a:rPr lang="de-DE" b="1" dirty="0">
                <a:solidFill>
                  <a:schemeClr val="accent1"/>
                </a:solidFill>
              </a:rPr>
              <a:t>u</a:t>
            </a:r>
            <a:r>
              <a:rPr lang="de-DE" dirty="0"/>
              <a:t>nd </a:t>
            </a:r>
            <a:r>
              <a:rPr lang="de-DE" b="1" dirty="0">
                <a:solidFill>
                  <a:schemeClr val="accent1"/>
                </a:solidFill>
              </a:rPr>
              <a:t>C</a:t>
            </a:r>
            <a:r>
              <a:rPr lang="de-DE" dirty="0"/>
              <a:t>omputertechnik</a:t>
            </a:r>
          </a:p>
          <a:p>
            <a:pPr lvl="1"/>
            <a:r>
              <a:rPr lang="de-DE" dirty="0"/>
              <a:t>Labore zu Programmieren, </a:t>
            </a:r>
            <a:r>
              <a:rPr lang="de-DE" dirty="0" err="1"/>
              <a:t>Infor-matik</a:t>
            </a:r>
            <a:r>
              <a:rPr lang="de-DE" dirty="0"/>
              <a:t>, Netzwerk, Elektronik, Wahl-fächer, Master Digital Reality</a:t>
            </a:r>
          </a:p>
          <a:p>
            <a:pPr lvl="1"/>
            <a:r>
              <a:rPr lang="de-DE" dirty="0"/>
              <a:t>PC-Pools E46, E59, E62</a:t>
            </a:r>
          </a:p>
          <a:p>
            <a:pPr lvl="1"/>
            <a:r>
              <a:rPr lang="de-DE" dirty="0"/>
              <a:t>Digitaltechnik E63</a:t>
            </a:r>
          </a:p>
          <a:p>
            <a:pPr lvl="1"/>
            <a:r>
              <a:rPr lang="de-DE" dirty="0"/>
              <a:t>Netzwerklabor E64</a:t>
            </a:r>
          </a:p>
          <a:p>
            <a:r>
              <a:rPr lang="de-DE" dirty="0"/>
              <a:t>Laborübungen INFB:</a:t>
            </a:r>
          </a:p>
          <a:p>
            <a:pPr lvl="1"/>
            <a:r>
              <a:rPr lang="de-DE" dirty="0"/>
              <a:t>Labor Netzwerktechnik E64</a:t>
            </a:r>
          </a:p>
          <a:p>
            <a:pPr lvl="1"/>
            <a:r>
              <a:rPr lang="de-DE" dirty="0"/>
              <a:t>Virtueller Server (eucv1.mt.haw-  hamburg.de), Zugriff von zuhause oder über PC-Pools</a:t>
            </a:r>
          </a:p>
          <a:p>
            <a:pPr lvl="1"/>
            <a:r>
              <a:rPr lang="de-DE" dirty="0"/>
              <a:t>Übungsplätze</a:t>
            </a:r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8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86526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semesterablauf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B190BD0-AA36-4EEF-9918-435B4FDBCC9F}" type="slidenum">
              <a:rPr lang="de-DE" altLang="de-DE" smtClean="0"/>
              <a:pPr/>
              <a:t>9</a:t>
            </a:fld>
            <a:endParaRPr lang="de-DE" altLang="de-DE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04018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BF0472F-B1D5-BEA3-E0F9-0D3224A12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482835"/>
              </p:ext>
            </p:extLst>
          </p:nvPr>
        </p:nvGraphicFramePr>
        <p:xfrm>
          <a:off x="714934" y="1063325"/>
          <a:ext cx="10762132" cy="5236560"/>
        </p:xfrm>
        <a:graphic>
          <a:graphicData uri="http://schemas.openxmlformats.org/drawingml/2006/table">
            <a:tbl>
              <a:tblPr/>
              <a:tblGrid>
                <a:gridCol w="1591235">
                  <a:extLst>
                    <a:ext uri="{9D8B030D-6E8A-4147-A177-3AD203B41FA5}">
                      <a16:colId xmlns:a16="http://schemas.microsoft.com/office/drawing/2014/main" val="1394411074"/>
                    </a:ext>
                  </a:extLst>
                </a:gridCol>
                <a:gridCol w="2559424">
                  <a:extLst>
                    <a:ext uri="{9D8B030D-6E8A-4147-A177-3AD203B41FA5}">
                      <a16:colId xmlns:a16="http://schemas.microsoft.com/office/drawing/2014/main" val="528952449"/>
                    </a:ext>
                  </a:extLst>
                </a:gridCol>
                <a:gridCol w="1438835">
                  <a:extLst>
                    <a:ext uri="{9D8B030D-6E8A-4147-A177-3AD203B41FA5}">
                      <a16:colId xmlns:a16="http://schemas.microsoft.com/office/drawing/2014/main" val="1429254116"/>
                    </a:ext>
                  </a:extLst>
                </a:gridCol>
                <a:gridCol w="5172638">
                  <a:extLst>
                    <a:ext uri="{9D8B030D-6E8A-4147-A177-3AD203B41FA5}">
                      <a16:colId xmlns:a16="http://schemas.microsoft.com/office/drawing/2014/main" val="2549427749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07.10.25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Online-Vorlesung 1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Einführung, Reguläre Ausdrücke, Shell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86211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13.10.25 (Mo.)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Präsenz-Labor 1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Gruppe A - J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Linux-Installation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46264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14.10.25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Online-Vorlesung 2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Betriebssystem Linux, </a:t>
                      </a: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Dateisysteme</a:t>
                      </a:r>
                      <a:endParaRPr lang="de-DE" sz="1400" b="1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73877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20.10.25 (Mo.)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Präsenz-Labor 1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Gruppe H - N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Linux-Installation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05973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21.10.25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Online-Vorlesung 3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Netzwerk-Grundlagen, IP-Protokoll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90724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27.10.25 (Mo.)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Präsenz-Labor 1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u="none" strike="noStrike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Gruppe O - Z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Linux-Installation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14575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28.10.25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Online-Vorlesung 4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Routing-Algorithmen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1302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03.11.25 (Mo.)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Online-/Präsenz-Labor 2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Shell-Skripte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18159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04.11.25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Online-Vorlesung 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Routing-Protokolle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0452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11.11.25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Online-Vorlesung 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Algorithmen, Datenstrukturen, Bäume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92401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18.11.25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Online-/Präsenz-Labor 3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Reguläre Ausdrücke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98951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25.11.25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Online-/Präsenz-Labor 4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Dateisysteme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23198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02.12.25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Online-/Präsenz-Labor 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IP-Adressierung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78042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09.12.25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Online-/Präsenz-Labor 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IP-Routing (RIP)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72877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16.12.25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Online-/Präsenz-Labor 7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IP-Routing (OSPF)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74682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06.01.26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Labor-Abschluss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18709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13.01.26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Labor-Abschluss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78798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20.01.26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Labor-Abschluss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82797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26.-30.01.26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71291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02.-06.02.26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Klausurwoche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4941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09.-13.02.26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de-DE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Klausurwoche</a:t>
                      </a: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endParaRPr lang="de-DE" sz="1400" b="1" i="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91" marR="4691" marT="18000" marB="18000" anchor="ctr">
                    <a:lnL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902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364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>
          <a:xfrm>
            <a:off x="702514" y="1638035"/>
            <a:ext cx="11353801" cy="4048391"/>
          </a:xfrm>
        </p:spPr>
        <p:txBody>
          <a:bodyPr/>
          <a:lstStyle/>
          <a:p>
            <a:r>
              <a:rPr lang="de-DE" dirty="0"/>
              <a:t>Video-Stream</a:t>
            </a:r>
          </a:p>
          <a:p>
            <a:pPr lvl="1"/>
            <a:r>
              <a:rPr lang="de-DE" dirty="0"/>
              <a:t>Mit VLC, </a:t>
            </a:r>
            <a:r>
              <a:rPr lang="de-DE" dirty="0" err="1"/>
              <a:t>Netzwerkstream</a:t>
            </a:r>
            <a:r>
              <a:rPr lang="de-DE" dirty="0"/>
              <a:t>:</a:t>
            </a: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rtmp://streamy2.mt.haw-hamburg.de:1935/medientechnik/E64</a:t>
            </a:r>
          </a:p>
          <a:p>
            <a:pPr lvl="1"/>
            <a:r>
              <a:rPr lang="de-DE" dirty="0"/>
              <a:t>Mit Browser </a:t>
            </a:r>
            <a:r>
              <a:rPr lang="de-DE"/>
              <a:t>(HLS-fähig):</a:t>
            </a:r>
          </a:p>
          <a:p>
            <a:pPr marL="457200" lvl="1" indent="0">
              <a:buNone/>
            </a:pPr>
            <a:r>
              <a:rPr lang="de-DE" b="1"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://streamy2.mt.haw-hamburg.de:1935/medientechnik/E64/playlist.m3u8</a:t>
            </a:r>
          </a:p>
          <a:p>
            <a:r>
              <a:rPr lang="de-DE" dirty="0">
                <a:solidFill>
                  <a:srgbClr val="5B9BD5">
                    <a:lumMod val="50000"/>
                  </a:srgbClr>
                </a:solidFill>
              </a:rPr>
              <a:t>Mediathek (Videos und Live-Stream)</a:t>
            </a:r>
          </a:p>
          <a:p>
            <a:pPr marL="457200" lvl="1" indent="0"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https://media.mt.haw-hamburg.de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B190BD0-AA36-4EEF-9918-435B4FDBCC9F}" type="slidenum">
              <a:rPr lang="de-DE" altLang="de-DE" smtClean="0"/>
              <a:pPr/>
              <a:t>10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58089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Breitbild</PresentationFormat>
  <Paragraphs>155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Symbol</vt:lpstr>
      <vt:lpstr>ヒラギノ角ゴ Pro W3</vt:lpstr>
      <vt:lpstr>Office</vt:lpstr>
      <vt:lpstr>Informatik 2  </vt:lpstr>
      <vt:lpstr>ZIel</vt:lpstr>
      <vt:lpstr>Inhalte</vt:lpstr>
      <vt:lpstr>inhalte</vt:lpstr>
      <vt:lpstr>formales</vt:lpstr>
      <vt:lpstr>laborübungen</vt:lpstr>
      <vt:lpstr>lernmaterialien</vt:lpstr>
      <vt:lpstr>Das euc-labor</vt:lpstr>
      <vt:lpstr>semesterablauf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Martini, Nils</dc:creator>
  <cp:lastModifiedBy>Martini, Nils</cp:lastModifiedBy>
  <cp:revision>84</cp:revision>
  <dcterms:created xsi:type="dcterms:W3CDTF">2020-07-09T08:29:18Z</dcterms:created>
  <dcterms:modified xsi:type="dcterms:W3CDTF">2025-08-15T10:00:10Z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2024-09-09T11:46:40Z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e88c7197-b0bb-43fa-b2d0-9f4b87663237</vt:lpwstr>
  </property>
  <property fmtid="{D5CDD505-2E9C-101B-9397-08002B2CF9AE}" pid="8" name="MSIP_Label_defa4170-0d19-0005-0004-bc88714345d2_ContentBits">
    <vt:lpwstr>0</vt:lpwstr>
  </property>
</Properties>
</file>