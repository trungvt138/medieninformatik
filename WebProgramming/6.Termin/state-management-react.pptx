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63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ist der Überblick – wir starten mit dem Problem, gehen durch die React-eigenen Lösungen, und schauen uns am Ende kurz externe Libs 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sind die Daten die sich ändern während die App läuft. Das kann alles sein – User-Input, API-Daten, ob ein Modal offen ist. Die Frage ist: Wie verwalten wir das, besonders wenn mehrere Komponenten den gleichen State brauchen?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 Drilling heißt: Wir reichen Props durch jede Ebene der Komponentenhierarchie. Layout und Sidebar brauchen den User gar nicht – sie geben ihn nur weiter. Bei 2-3 Ebenen geht das noch, aber bei einer großen App wird das schnell zum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Kurzer Recap: useState kennt ihr ja schon. Einfach, intuitiv, perfekt für lokalen State. Aber es hat Grenzen – wenn mehrere States zusammengehören oder global gebraucht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seht ihr das Problem konkret: Wir haben 3 States die zusammengehören – items, loading, error. Bei jedem Fetch müssen wir alle 3 manuell setzen. Das vergisst man leicht und es wird unübersichtlich.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useReducer löst genau das. Es hat 3 Teile: State ist ein Objekt mit allem Zustand. Action ist ein Zettel der sagt was passieren soll. Und der Reducer ist die Funktion mit den Regeln – er nimmt den alten State plus die Action und gibt den neuen State zurück.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sieht das konkret aus. Der Reducer hat einen switch-case für jeden Action-Type. fetch_start setzt loading auf true und error auf null – in einem Schritt, keine Chance was zu vergessen. fetch_success setzt die Items und loading false. Alles konsistent.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API löst das Prop Drilling Problem. In 3 Schritten: Erst einen Context erstellen, dann den Provider um die App wrappen mit dem Wert, und dann kann jede Komponente egal wie tief verschachtelt mit useContext direkt auf den Wert zugreifen.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seht ihr Prop Drilling – der User wird durch jede Ebene gereicht. Rechts Context – der Provider wrapped alles und Avatar greift direkt zu. Layout und Sidebar müssen nichts weiterreichen.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 Context hat auch Grenzen. Erstens: Jede Änderung am Context-Wert rendert ALLE Consumer neu. Zweitens: Für schnelle Updates wie Slider oder Drag and Drop ist es zu langsam. Drittens: Viele Contexts führen zu Provider Hell. Trotzdem perfekt für Sachen die sich selten ändern: Theme, Auth, Sprache.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Wenn Context nicht reicht, gibt es externe Libraries. Redux ist der Klassiker – mächtig aber viel Boilerplate. Redux Toolkit macht das besser. Zustand ist der moderne Trend – minimale API, kein Provider nötig, und trotzdem volle Kontrolle. Hier seht ihr wie einfach ein Zustand-Store aussieht.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nochmal im Überblick: useState für einfache lokale Werte. useReducer wenn die Logik komplex wird. Context für globalen State der sich selten ändert. Redux für große Enterprise Apps. Zustand als moderner Standard. Faustregel: Starte einfach und skaliere bei Bedarf.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sind die 6 Takeaways. State Management muss nicht kompliziert sein – starte mit useState, erweitere schrittweise wenn nötig, und wähle das richtige Tool für den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Danke fürs Zuhören! Gerne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Management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React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Basics bis zum globalen State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4747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Warum State Management?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54880" y="1371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 mit Prop Drilling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96596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0574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965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useState – Recap &amp; Grenzen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75488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reicht useState nicht mehr?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56032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6517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560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useReducer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754880" y="2560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Komplexen State strukturieren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1520" y="315468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2461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API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754880" y="3154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global teilen ohne Props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31520" y="374904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8404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Externe Libraries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75488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Redux, Zustand &amp; Co.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31520" y="434340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43484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17320" y="4343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Vergleich &amp; Empfehlung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4754880" y="4343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nimmt man was?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Warum State Management?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Daten, die sich zur Laufzeit ändern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User-Eingaben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API-Daten (fetch-Ergebnisse)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UI-Zustand (Modals, Tabs, Toggles)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Auth-Status (eingeloggt / ausgeloggt)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164592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28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9496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Problem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94960" y="28346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viele Komponenten denselben State brauchen, wird das schnell unübersichtlich.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 Drilling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Props durch jede Ebene weiterreichen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0" y="17373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&lt;App /&gt;  state={user}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24028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0" y="25603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2560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&lt;Layout /&gt;  props: user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306324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33832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3383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&lt;Sidebar /&gt;  props: user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88620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42062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&lt;UserAvatar /&gt;  braucht user!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braucht user gar nicht!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braucht user gar nicht!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useState – Recap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4754880" cy="2560320"/>
          </a:xfrm>
          <a:prstGeom prst="roundRect">
            <a:avLst>
              <a:gd name="adj" fmla="val 3571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[count, setCount] = useState(0);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[name, setName] = useState('');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[loading, setLoading]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useState(false);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1280160"/>
            <a:ext cx="30175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Stärken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1783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 &amp; intuitiv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Perfekt für lokalen State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560320"/>
            <a:ext cx="3017520" cy="1280160"/>
          </a:xfrm>
          <a:prstGeom prst="roundRect">
            <a:avLst>
              <a:gd name="adj" fmla="val 7143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Grenzen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0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States = unübersichtlich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Zusammenhängende Updates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globaler Zugriff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useState – Wo es schwierig wird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7223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separate States die zusammengehören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[items, setItems] = useState([]);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[loading, setLoading] = useState(false);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[error, setError] = useState(null);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fetchData = async () =&gt;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setLoading(true);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setError(null);       // vergisst man leicht!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await api.get();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setItems(data);     // 3 setState Aufrufe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setLoading(false);  // pro Aktion!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(e) { ... 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useReducer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 Objekt mit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allem Zustand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3716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2044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0332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 Zettel: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 'fetch_start' 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Funktion mit Regeln: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(state, action) =&gt; newState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783080"/>
            <a:ext cx="320040" cy="320040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783080"/>
            <a:ext cx="320040" cy="320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31520" y="3017520"/>
            <a:ext cx="7680960" cy="1645920"/>
          </a:xfrm>
          <a:prstGeom prst="roundRect">
            <a:avLst>
              <a:gd name="adj" fmla="val 5556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1005840" y="3154680"/>
            <a:ext cx="7223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[state, dispatch] = useReducer(reducer, initialState);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Statt 3x setState: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dispatch({ type: 'fetch_start' });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reducer setzt loading:true, error:null automatisch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useReducer – Beispiel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oundRect">
            <a:avLst>
              <a:gd name="adj" fmla="val 2381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772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reducer(state, action)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 (action.type)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'fetch_start':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{ ...state, loading: true, error: null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'fetch_success':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{ ...state, items: action.data, loading: false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'fetch_error':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{ ...state, error: action.msg, loading: false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return state;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init = { items: [], loading: false, error: null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[state, dispatch] = useReducer(reducer, init);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global teilen – ohne Prop Drilling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erstellen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0" y="173736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0" y="17373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UserCtx = createContext();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wrappen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0" y="278892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0" y="2788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&lt;UserCtx.Provider value={user}&gt;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&lt;App 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&lt;/UserCtx.Provider&gt;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Überall konsumieren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0" y="384048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0" y="3840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useContext(UserCtx);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vs. Prop Drilling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 Drilling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2286000"/>
            <a:ext cx="0" cy="18288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246888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2926080"/>
            <a:ext cx="0" cy="18288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31089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14600" y="3566160"/>
            <a:ext cx="0" cy="18288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71600" y="37490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Avatar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API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182880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228600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0" y="288036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60720" y="347472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0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0" y="406908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60720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Avatar  useContext()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3816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direkt!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– Grenzen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4447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Re-Render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Änderung am Context-Wert rendert ALLE Consumer neu – auch wenn sie nur einen Teil brauchen.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5420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Nicht für High-Frequency Updates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Slider, Drag &amp; Drop, Animationen – hier ist Context zu langsam.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6393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Provider-Nesting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Contexts = viele verschachtelte Provider, der sogenannte "Provider Hell".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einfachen globalen State (Theme, Auth, Language) trotzdem perfekt!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Externe Libraries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Redux / Redux Toolkit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Klassiker, seit 2015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Globaler Store + Actions + Reducers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 Boilerplate (Toolkit hilft)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für große Enterprise Apps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Zustand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120640" y="19202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Leichtgewicht, modern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Minimale API, kaum Boilerplate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Provider nötig!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immer beliebter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7955280" cy="1280160"/>
          </a:xfrm>
          <a:prstGeom prst="roundRect">
            <a:avLst>
              <a:gd name="adj" fmla="val 7143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Zustand – so einfach geht's: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useStore = create((set) =&gt; ({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count: 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increment: () =&gt; set((s) =&gt; ({ count: s.count + 1 })),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Vergleich – Wann was?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Komplexität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Scope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Ideal für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E8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useState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Niedrig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Einfache Werte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E8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useReducer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Komplexe Logik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E8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Context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Niedrig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Theme, Auth, i18n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E8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Redux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E8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Zustand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Niedrig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Moderner 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233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4440" y="4023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Faustregel: Starte mit useState. Wird's komplex → useReducer. Brauchst du's global → Context oder Zustand.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Zusammenfassung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71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= Daten zur Laufzeit verwalten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920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für einfache, lokale Werte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146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2468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useReducer für komplexe, zusammenhängende Logik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6324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6304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löst Prop Drilling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1188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6304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Libs (Zustand, Redux) für große Projekte</a:t>
            </a:r>
            <a:endParaRPr lang="en-US" sz="16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0520"/>
            <a:ext cx="320040" cy="3200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463040" y="4114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 einfach – skaliere bei Bedarf!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1188720"/>
            <a:ext cx="1828800" cy="18288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Fragen?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 fürs Zuhören!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1401</Words>
  <Application>Microsoft Macintosh PowerPoint</Application>
  <PresentationFormat>On-screen Show (16:9)</PresentationFormat>
  <Paragraphs>203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Management in React</dc:title>
  <dc:subject>PptxGenJS Presentation</dc:subject>
  <dc:creator>Trung</dc:creator>
  <cp:lastModifiedBy>Dam, Trung</cp:lastModifiedBy>
  <cp:revision>2</cp:revision>
  <dcterms:created xsi:type="dcterms:W3CDTF">2026-05-26T19:50:45Z</dcterms:created>
  <dcterms:modified xsi:type="dcterms:W3CDTF">2026-05-27T11:27:51Z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2026-05-27T10:27:51Z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2c6cac8d-ab61-47b3-8209-4df2e46aefbc</vt:lpwstr>
  </property>
  <property fmtid="{D5CDD505-2E9C-101B-9397-08002B2CF9AE}" pid="7" name="MSIP_Label_defa4170-0d19-0005-0004-bc88714345d2_ActionId">
    <vt:lpwstr>7f09f349-4285-498d-8cac-b943d523b00d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