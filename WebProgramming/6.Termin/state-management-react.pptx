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6B6D4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Management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React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Basics bis zum globalen State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State?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Daten, die sich zur Laufzeit ändern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737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Counter – die Zahl ändert sich bei jedem Klick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317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Suchfeld – der Text ändert sich beim Tippen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926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Login – eingeloggt oder nicht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520440"/>
            <a:ext cx="4572000" cy="502920"/>
          </a:xfrm>
          <a:prstGeom prst="roundRect">
            <a:avLst>
              <a:gd name="adj" fmla="val 9091"/>
            </a:avLst>
          </a:prstGeom>
          <a:solidFill>
            <a:srgbClr val="1A2744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5204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Modal – offen oder geschlossen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0" y="1737360"/>
            <a:ext cx="3017520" cy="2377440"/>
          </a:xfrm>
          <a:prstGeom prst="roundRect">
            <a:avLst>
              <a:gd name="adj" fmla="val 3846"/>
            </a:avLst>
          </a:prstGeom>
          <a:solidFill>
            <a:srgbClr val="1A2744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0" y="1828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0" y="224028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Lokal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Eine Komponente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Global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Mehrere Komponenten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App-weit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Externe Libraries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Lokaler State für eine Komponente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768096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645920"/>
            <a:ext cx="7223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[count, setCount] = useState(0);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  ↑         ↑                  ↑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Wert     Setter           Startwert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Wert lesen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ist immer aktuell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66160" y="3200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Wert ändern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über setCount()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3200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1A274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Lokal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in dieser Komponente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 – Live Coding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74320"/>
            <a:ext cx="41148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00584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Counter()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[count, setCount] = useState(0);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increment()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setCount(count + 1)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decrement() { setCount(count - 1)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reset() { setCount(0) 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&lt;h2&gt;Zähler: {count}&lt;/h2&gt;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&lt;button onClick={increment}&gt;+1&lt;/button&gt;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&lt;/div&gt;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Hook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State-Logik auslagern → sauberer Code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Vorher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384048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11680"/>
            <a:ext cx="3474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Counter()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[count, setCount]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 useState(0);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increment() {...}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decrement() {...}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reset() {...}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 /* JSX */ 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6517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212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Nachher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212080" y="1920240"/>
            <a:ext cx="3474720" cy="2103120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/>
        </p:spPr>
      </p:sp>
      <p:sp>
        <p:nvSpPr>
          <p:cNvPr id="10" name="Text 7"/>
          <p:cNvSpPr/>
          <p:nvPr/>
        </p:nvSpPr>
        <p:spPr>
          <a:xfrm>
            <a:off x="5394960" y="201168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Counter()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count,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increment, decrement,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reset } = useCounter();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 /* nur JSX */ 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4206240"/>
            <a:ext cx="7680960" cy="640080"/>
          </a:xfrm>
          <a:prstGeom prst="roundRect">
            <a:avLst>
              <a:gd name="adj" fmla="val 11429"/>
            </a:avLst>
          </a:prstGeom>
          <a:solidFill>
            <a:srgbClr val="1A2744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 &amp; UI getrennt   •   Wiederverwendbar   •   Einfach testbar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useCounter – Custom Hook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74320"/>
            <a:ext cx="41148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00584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useCounter(startValue = 0)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[count, setCount] = useState(startValue);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increment()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setCount(count + 1);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decrement()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setCount(count - 1);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reset() { setCount(startValue); 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count, increment, decrement, reset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TodoList – Live Coding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74320"/>
            <a:ext cx="41148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8229600" cy="3840480"/>
          </a:xfrm>
          <a:prstGeom prst="roundRect">
            <a:avLst>
              <a:gd name="adj" fmla="val 2381"/>
            </a:avLst>
          </a:prstGeom>
          <a:solidFill>
            <a:srgbClr val="0D1117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005840"/>
            <a:ext cx="7772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[todos, setTodos] = useState([]);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[input, setInput] = useState("");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addTodo()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(input.trim() === "") return;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setTodos([...todos,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id: Date.now(), text: input, done: false }]);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setInput("");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toggleTodo(id)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setTodos(todos.map(t =&gt;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t.id === id ? {...t, done: !t.done} : t));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deleteTodo(id)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setTodos(todos.filter(t =&gt; t.id !== id));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Problem: Prop Drilling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wenn die Navbar die Todos braucht?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286000" y="155448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2286000" y="1554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&lt;App /&gt;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212080" y="1554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muss hier hoch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0" y="205740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228600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&lt;Layout /&gt;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Todos nicht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0" y="278892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0" y="30175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0" y="3017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&lt;Sidebar /&gt;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3017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Todos nicht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3520440"/>
            <a:ext cx="0" cy="22860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374904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228600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&lt;TodoList /&gt;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Todos!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global teilen – ohne Prop Drilling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erstellen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0" y="164592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0" y="1645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ThemeCtx = createContext();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Provider wrappen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0" y="274320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0D1117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0" y="27432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&lt;ThemeCtx.Provider value={theme}&gt;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&lt;App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&lt;/ThemeCtx.Provider&gt;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Überall konsumieren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0" y="384048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0D1117"/>
          </a:solidFill>
          <a:ln/>
        </p:spPr>
      </p:sp>
      <p:sp>
        <p:nvSpPr>
          <p:cNvPr id="18" name="Text 16"/>
          <p:cNvSpPr/>
          <p:nvPr/>
        </p:nvSpPr>
        <p:spPr>
          <a:xfrm>
            <a:off x="3840480" y="38404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theme = useContext(ThemeCtx);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vs. Prop Drilling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 Drilling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71600" y="173736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14600" y="219456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23774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4600" y="283464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1A2744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Sidebar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3474720"/>
            <a:ext cx="0" cy="18288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36576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TodoList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9200" y="1737360"/>
            <a:ext cx="3657600" cy="2560320"/>
          </a:xfrm>
          <a:prstGeom prst="roundRect">
            <a:avLst>
              <a:gd name="adj" fmla="val 3571"/>
            </a:avLst>
          </a:prstGeom>
          <a:solidFill>
            <a:srgbClr val="1A274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219456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2194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760720" y="278892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8328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57607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Sidebar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60720" y="3657600"/>
            <a:ext cx="2286000" cy="41148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TodoList  useContext()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3816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direkt!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– Wann passt es?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1A274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8016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Perfekt für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17373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(Dark / Light Mode)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(eingeloggt / ausgeloggt)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 / i18n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Dinge die sich selten ändern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Grenzen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0" y="173736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Re-Render: Alle Consumer bei jeder Änderung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für schnelle Updates (Slider, Drag&amp;Drop)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 Contexts = "Provider Hell"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 – Ausblick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große Apps mit komplexem State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Eine zentrale Quelle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für den gesamten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App-State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164592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490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Beschreiben was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passieren soll: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type: 'add_todo' 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64592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A274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Regeln die den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neuen State berechnen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(state, action) =&gt; new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148840"/>
            <a:ext cx="320040" cy="32004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48840"/>
            <a:ext cx="320040" cy="3200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31520" y="3474720"/>
            <a:ext cx="7680960" cy="1097280"/>
          </a:xfrm>
          <a:prstGeom prst="roundRect">
            <a:avLst>
              <a:gd name="adj" fmla="val 8333"/>
            </a:avLst>
          </a:prstGeom>
          <a:solidFill>
            <a:srgbClr val="1A274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 Toolkit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463040" y="3931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nutzt man Redux Toolkit – deutlich weniger Boilerplate als das originale Redux. Lohnt sich erst bei großen Projekten mit vielen Features und Teams.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Vergleich – Wann was?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Scope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8FAFC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Ideal für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useState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Einfache Werte (Counter, Input)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 Hook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Logik auslagern &amp; wiederverwenden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Context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Theme, Auth, Sprache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7E8F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Redux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Große Enterprise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755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0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4440" y="3840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 mit useState → brauchst du's sauber → Custom Hook → brauchst du's global → Context → wird's richtig groß → Redux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Zusammenfassung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1887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Daten die sich zur Laufzeit ändern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8308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63040" y="17373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 für lokalen State in einer Komponente</a:t>
            </a:r>
            <a:endParaRPr lang="en-US" sz="1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3172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463040" y="22860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Hooks für saubere, wiederverwendbare Logik</a:t>
            </a:r>
            <a:endParaRPr lang="en-US" sz="16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8036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630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API wenn mehrere Komponenten State teilen</a:t>
            </a:r>
            <a:endParaRPr lang="en-US" sz="16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29000"/>
            <a:ext cx="320040" cy="32004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463040" y="3383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für große, komplexe Anwendungen</a:t>
            </a:r>
            <a:endParaRPr lang="en-US" sz="16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977640"/>
            <a:ext cx="320040" cy="32004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463040" y="3931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 einfach – skaliere bei Bedarf!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731520"/>
            <a:ext cx="2743200" cy="2743200"/>
          </a:xfrm>
          <a:prstGeom prst="ellipse">
            <a:avLst/>
          </a:prstGeom>
          <a:solidFill>
            <a:srgbClr val="06B6D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657600" y="1188720"/>
            <a:ext cx="1828800" cy="1828800"/>
          </a:xfrm>
          <a:prstGeom prst="ellipse">
            <a:avLst/>
          </a:prstGeom>
          <a:solidFill>
            <a:srgbClr val="06B6D4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Danke fürs Zuhören!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Management in React</dc:title>
  <dc:subject>PptxGenJS Presentation</dc:subject>
  <dc:creator>Trung</dc:creator>
  <cp:lastModifiedBy>Trung</cp:lastModifiedBy>
  <cp:revision>1</cp:revision>
  <dcterms:created xsi:type="dcterms:W3CDTF">2026-05-28T00:53:43Z</dcterms:created>
  <dcterms:modified xsi:type="dcterms:W3CDTF">2026-05-28T00:53:43Z</dcterms:modified>
</cp:coreProperties>
</file>