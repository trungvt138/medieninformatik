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17"/>
    <p:sldId id="271" r:id="rId18"/>
    <p:sldId id="272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07" d="100"/>
          <a:sy n="207" d="100"/>
        </p:scale>
        <p:origin x="79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06248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98A80-6748-A1FD-E078-4B349A094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7054F9-777A-861A-9420-780DB132BF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0F441D-46F9-3F5D-6406-EE97EEDE7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582661-4F3C-8115-65CB-D4913A4550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7210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-bEzt5ISACA&amp;t=1952s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youtube.com/watch?v=qqqyUTTS-9g&amp;t=1297s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371600"/>
            <a:ext cx="4572000" cy="4572000"/>
          </a:xfrm>
          <a:prstGeom prst="ellipse">
            <a:avLst/>
          </a:prstGeom>
          <a:solidFill>
            <a:srgbClr val="06B6D4">
              <a:alpha val="10000"/>
            </a:srgbClr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06B6D4">
              <a:alpha val="15000"/>
            </a:srgbClr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Management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 React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Basics bis zum globalen State</a:t>
            </a:r>
            <a:endParaRPr lang="en-US" sz="16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347472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ist State?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Daten, die sich zur Laufzeit ändern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4572000" cy="502920"/>
          </a:xfrm>
          <a:prstGeom prst="roundRect">
            <a:avLst>
              <a:gd name="adj" fmla="val 9091"/>
            </a:avLst>
          </a:prstGeom>
          <a:solidFill>
            <a:srgbClr val="1A2744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Text 3"/>
          <p:cNvSpPr/>
          <p:nvPr/>
        </p:nvSpPr>
        <p:spPr>
          <a:xfrm>
            <a:off x="1005840" y="173736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  Counter – die Zahl ändert sich bei jedem Klick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4572000" cy="502920"/>
          </a:xfrm>
          <a:prstGeom prst="roundRect">
            <a:avLst>
              <a:gd name="adj" fmla="val 9091"/>
            </a:avLst>
          </a:prstGeom>
          <a:solidFill>
            <a:srgbClr val="1A2744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7" name="Text 5"/>
          <p:cNvSpPr/>
          <p:nvPr/>
        </p:nvSpPr>
        <p:spPr>
          <a:xfrm>
            <a:off x="1005840" y="23317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Suchfeld – der Text ändert sich beim Tippen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926080"/>
            <a:ext cx="4572000" cy="502920"/>
          </a:xfrm>
          <a:prstGeom prst="roundRect">
            <a:avLst>
              <a:gd name="adj" fmla="val 9091"/>
            </a:avLst>
          </a:prstGeom>
          <a:solidFill>
            <a:srgbClr val="1A2744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9" name="Text 7"/>
          <p:cNvSpPr/>
          <p:nvPr/>
        </p:nvSpPr>
        <p:spPr>
          <a:xfrm>
            <a:off x="1005840" y="29260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Login – eingeloggt oder nicht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3520440"/>
            <a:ext cx="4572000" cy="502920"/>
          </a:xfrm>
          <a:prstGeom prst="roundRect">
            <a:avLst>
              <a:gd name="adj" fmla="val 9091"/>
            </a:avLst>
          </a:prstGeom>
          <a:solidFill>
            <a:srgbClr val="1A2744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1" name="Text 9"/>
          <p:cNvSpPr/>
          <p:nvPr/>
        </p:nvSpPr>
        <p:spPr>
          <a:xfrm>
            <a:off x="1005840" y="35204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Modal – offen oder geschlossen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0" y="1737360"/>
            <a:ext cx="3017520" cy="2377440"/>
          </a:xfrm>
          <a:prstGeom prst="roundRect">
            <a:avLst>
              <a:gd name="adj" fmla="val 3846"/>
            </a:avLst>
          </a:prstGeom>
          <a:solidFill>
            <a:srgbClr val="1A2744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3" name="Text 11"/>
          <p:cNvSpPr/>
          <p:nvPr/>
        </p:nvSpPr>
        <p:spPr>
          <a:xfrm>
            <a:off x="5943600" y="18288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Level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943600" y="224028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Lokal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Eine Komponente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 Global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Mehrere Komponenten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App-weit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Externe Libraries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useState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Lokaler State für eine Komponente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7680960" cy="1280160"/>
          </a:xfrm>
          <a:prstGeom prst="roundRect">
            <a:avLst>
              <a:gd name="adj" fmla="val 7143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Text 3"/>
          <p:cNvSpPr/>
          <p:nvPr/>
        </p:nvSpPr>
        <p:spPr>
          <a:xfrm>
            <a:off x="1005840" y="1645920"/>
            <a:ext cx="7223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[count, setCount] = useState(0);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  ↑         ↑                  ↑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Wert     Setter           Startwert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200400"/>
            <a:ext cx="2560320" cy="1005840"/>
          </a:xfrm>
          <a:prstGeom prst="roundRect">
            <a:avLst>
              <a:gd name="adj" fmla="val 7273"/>
            </a:avLst>
          </a:prstGeom>
          <a:solidFill>
            <a:srgbClr val="1A2744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Wert lesen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657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ist immer aktuell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566160" y="3200400"/>
            <a:ext cx="2560320" cy="1005840"/>
          </a:xfrm>
          <a:prstGeom prst="roundRect">
            <a:avLst>
              <a:gd name="adj" fmla="val 7273"/>
            </a:avLst>
          </a:prstGeom>
          <a:solidFill>
            <a:srgbClr val="1A2744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0" name="Text 8"/>
          <p:cNvSpPr/>
          <p:nvPr/>
        </p:nvSpPr>
        <p:spPr>
          <a:xfrm>
            <a:off x="3566160" y="3291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Wert ändern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66160" y="3657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über setCount()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0" y="3200400"/>
            <a:ext cx="2560320" cy="1005840"/>
          </a:xfrm>
          <a:prstGeom prst="roundRect">
            <a:avLst>
              <a:gd name="adj" fmla="val 7273"/>
            </a:avLst>
          </a:prstGeom>
          <a:solidFill>
            <a:srgbClr val="1A2744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3" name="Text 11"/>
          <p:cNvSpPr/>
          <p:nvPr/>
        </p:nvSpPr>
        <p:spPr>
          <a:xfrm>
            <a:off x="6400800" y="3291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Lokal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0" y="3657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in dieser Komponente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 – Live Coding</a:t>
            </a:r>
            <a:endParaRPr lang="en-US" sz="2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74320"/>
            <a:ext cx="411480" cy="4114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914400"/>
            <a:ext cx="8229600" cy="3840480"/>
          </a:xfrm>
          <a:prstGeom prst="roundRect">
            <a:avLst>
              <a:gd name="adj" fmla="val 2381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Text 2"/>
          <p:cNvSpPr/>
          <p:nvPr/>
        </p:nvSpPr>
        <p:spPr>
          <a:xfrm>
            <a:off x="731520" y="1005840"/>
            <a:ext cx="7772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useState } from "react";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Counter()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[count, setCount] = useState(0);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function increment()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setCount(count + 1)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function decrement() { setCount(count - 1) 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function reset() { setCount(0) }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(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&lt;div&gt;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&lt;h2&gt;Zähler: {count}&lt;/h2&gt;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&lt;button onClick={increment}&gt;+1&lt;/button&gt;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&lt;/div&gt;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 Hook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State-Logik auslagern → sauberer Code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Vorher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3840480" cy="2103120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4747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Counter()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[count, setCount]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= useState(0);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function increment() {...}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function decrement() {...}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function reset() {...}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( /* JSX */ 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65176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21208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Nachher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212080" y="1920240"/>
            <a:ext cx="3474720" cy="2103120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0" name="Text 7"/>
          <p:cNvSpPr/>
          <p:nvPr/>
        </p:nvSpPr>
        <p:spPr>
          <a:xfrm>
            <a:off x="5394960" y="2011680"/>
            <a:ext cx="31089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Counter()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{ count,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increment, decrement,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reset } = useCounter();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( /* nur JSX */ 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1520" y="4206240"/>
            <a:ext cx="7680960" cy="640080"/>
          </a:xfrm>
          <a:prstGeom prst="roundRect">
            <a:avLst>
              <a:gd name="adj" fmla="val 11429"/>
            </a:avLst>
          </a:prstGeom>
          <a:solidFill>
            <a:srgbClr val="1A2744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2" name="Text 9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Logik &amp; UI getrennt   •   Wiederverwendbar   •   Einfach testbar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useCounter – Custom Hook</a:t>
            </a:r>
            <a:endParaRPr lang="en-US" sz="2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74320"/>
            <a:ext cx="411480" cy="4114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914400"/>
            <a:ext cx="8229600" cy="3840480"/>
          </a:xfrm>
          <a:prstGeom prst="roundRect">
            <a:avLst>
              <a:gd name="adj" fmla="val 2381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Text 2"/>
          <p:cNvSpPr/>
          <p:nvPr/>
        </p:nvSpPr>
        <p:spPr>
          <a:xfrm>
            <a:off x="731520" y="1005840"/>
            <a:ext cx="7772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useState } from "react";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useCounter(startValue = 0)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[count, setCount] = useState(startValue);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function increment()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setCount(count + 1);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function decrement()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setCount(count - 1);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function reset() { setCount(startValue); }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{ count, increment, decrement, reset };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TodoList – Live Coding</a:t>
            </a:r>
            <a:endParaRPr lang="en-US" sz="2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74320"/>
            <a:ext cx="411480" cy="4114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914400"/>
            <a:ext cx="8229600" cy="3840480"/>
          </a:xfrm>
          <a:prstGeom prst="roundRect">
            <a:avLst>
              <a:gd name="adj" fmla="val 2381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Text 2"/>
          <p:cNvSpPr/>
          <p:nvPr/>
        </p:nvSpPr>
        <p:spPr>
          <a:xfrm>
            <a:off x="731520" y="1005840"/>
            <a:ext cx="7772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[todos, setTodos] = useState([]);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[input, setInput] = useState("");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addTodo()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(input.trim() === "") return;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setTodos([...todos,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id: Date.now(), text: input, done: false }]);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setInput("");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toggleTodo(id)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setTodos(todos.map(t =&gt;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t.id === id ? {...t, done: !t.done} : t));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deleteTodo(id)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setTodos(todos.filter(t =&gt; t.id !== id));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 Problem: Prop Drilling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wenn die Navbar die Todos braucht?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2286000" y="155448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Text 3"/>
          <p:cNvSpPr/>
          <p:nvPr/>
        </p:nvSpPr>
        <p:spPr>
          <a:xfrm>
            <a:off x="2286000" y="15544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&lt;App /&gt;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212080" y="15544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muss hier hoch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0" y="2057400"/>
            <a:ext cx="0" cy="22860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8" name="Shape 6"/>
          <p:cNvSpPr/>
          <p:nvPr/>
        </p:nvSpPr>
        <p:spPr>
          <a:xfrm>
            <a:off x="2286000" y="228600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1A2744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9" name="Text 7"/>
          <p:cNvSpPr/>
          <p:nvPr/>
        </p:nvSpPr>
        <p:spPr>
          <a:xfrm>
            <a:off x="228600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&lt;Layout /&gt;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21208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braucht Todos nicht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0" y="2788920"/>
            <a:ext cx="0" cy="22860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2" name="Shape 10"/>
          <p:cNvSpPr/>
          <p:nvPr/>
        </p:nvSpPr>
        <p:spPr>
          <a:xfrm>
            <a:off x="2286000" y="301752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1A2744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3" name="Text 11"/>
          <p:cNvSpPr/>
          <p:nvPr/>
        </p:nvSpPr>
        <p:spPr>
          <a:xfrm>
            <a:off x="2286000" y="30175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&lt;Sidebar /&gt;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12080" y="30175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braucht Todos nicht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0" y="3520440"/>
            <a:ext cx="0" cy="22860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6" name="Shape 14"/>
          <p:cNvSpPr/>
          <p:nvPr/>
        </p:nvSpPr>
        <p:spPr>
          <a:xfrm>
            <a:off x="2286000" y="374904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7" name="Text 15"/>
          <p:cNvSpPr/>
          <p:nvPr/>
        </p:nvSpPr>
        <p:spPr>
          <a:xfrm>
            <a:off x="2286000" y="37490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&lt;TodoList /&gt;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12080" y="37490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braucht Todos!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API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global teilen – ohne Prop Drilling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Text 3"/>
          <p:cNvSpPr/>
          <p:nvPr/>
        </p:nvSpPr>
        <p:spPr>
          <a:xfrm>
            <a:off x="73152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17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erstellen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0" y="1645920"/>
            <a:ext cx="5029200" cy="868680"/>
          </a:xfrm>
          <a:prstGeom prst="roundRect">
            <a:avLst>
              <a:gd name="adj" fmla="val 8421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8" name="Text 6"/>
          <p:cNvSpPr/>
          <p:nvPr/>
        </p:nvSpPr>
        <p:spPr>
          <a:xfrm>
            <a:off x="3840480" y="1645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ThemeCtx = createContext();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88036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0" name="Text 8"/>
          <p:cNvSpPr/>
          <p:nvPr/>
        </p:nvSpPr>
        <p:spPr>
          <a:xfrm>
            <a:off x="73152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17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880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Provider wrappen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657600" y="2743200"/>
            <a:ext cx="5029200" cy="868680"/>
          </a:xfrm>
          <a:prstGeom prst="roundRect">
            <a:avLst>
              <a:gd name="adj" fmla="val 8421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3" name="Text 11"/>
          <p:cNvSpPr/>
          <p:nvPr/>
        </p:nvSpPr>
        <p:spPr>
          <a:xfrm>
            <a:off x="3840480" y="27432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&lt;ThemeCtx.Provider value={theme}&gt;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&lt;App /&gt;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&lt;/ThemeCtx.Provider&gt;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97764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5" name="Text 13"/>
          <p:cNvSpPr/>
          <p:nvPr/>
        </p:nvSpPr>
        <p:spPr>
          <a:xfrm>
            <a:off x="73152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17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3977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Überall konsumieren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657600" y="3840480"/>
            <a:ext cx="5029200" cy="868680"/>
          </a:xfrm>
          <a:prstGeom prst="roundRect">
            <a:avLst>
              <a:gd name="adj" fmla="val 8421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8" name="Text 16"/>
          <p:cNvSpPr/>
          <p:nvPr/>
        </p:nvSpPr>
        <p:spPr>
          <a:xfrm>
            <a:off x="3840480" y="384048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theme = useContext(ThemeCtx);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vs. Prop Drilling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1887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 Drilling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371600" y="173736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Text 3"/>
          <p:cNvSpPr/>
          <p:nvPr/>
        </p:nvSpPr>
        <p:spPr>
          <a:xfrm>
            <a:off x="1371600" y="17373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14600" y="2194560"/>
            <a:ext cx="0" cy="182880"/>
          </a:xfrm>
          <a:prstGeom prst="line">
            <a:avLst/>
          </a:prstGeom>
          <a:noFill/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7" name="Shape 5"/>
          <p:cNvSpPr/>
          <p:nvPr/>
        </p:nvSpPr>
        <p:spPr>
          <a:xfrm>
            <a:off x="1371600" y="237744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1A2744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8" name="Text 6"/>
          <p:cNvSpPr/>
          <p:nvPr/>
        </p:nvSpPr>
        <p:spPr>
          <a:xfrm>
            <a:off x="1371600" y="2377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Layout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14600" y="2834640"/>
            <a:ext cx="0" cy="182880"/>
          </a:xfrm>
          <a:prstGeom prst="line">
            <a:avLst/>
          </a:prstGeom>
          <a:noFill/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0" name="Shape 8"/>
          <p:cNvSpPr/>
          <p:nvPr/>
        </p:nvSpPr>
        <p:spPr>
          <a:xfrm>
            <a:off x="1371600" y="301752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1A2744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1" name="Text 9"/>
          <p:cNvSpPr/>
          <p:nvPr/>
        </p:nvSpPr>
        <p:spPr>
          <a:xfrm>
            <a:off x="1371600" y="3017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Sidebar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514600" y="3474720"/>
            <a:ext cx="0" cy="182880"/>
          </a:xfrm>
          <a:prstGeom prst="line">
            <a:avLst/>
          </a:prstGeom>
          <a:noFill/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3" name="Shape 11"/>
          <p:cNvSpPr/>
          <p:nvPr/>
        </p:nvSpPr>
        <p:spPr>
          <a:xfrm>
            <a:off x="1371600" y="365760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4" name="Text 12"/>
          <p:cNvSpPr/>
          <p:nvPr/>
        </p:nvSpPr>
        <p:spPr>
          <a:xfrm>
            <a:off x="137160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TodoList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0" y="11887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API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029200" y="1737360"/>
            <a:ext cx="3657600" cy="2560320"/>
          </a:xfrm>
          <a:prstGeom prst="roundRect">
            <a:avLst>
              <a:gd name="adj" fmla="val 3571"/>
            </a:avLst>
          </a:prstGeom>
          <a:solidFill>
            <a:srgbClr val="1A2744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7" name="Text 15"/>
          <p:cNvSpPr/>
          <p:nvPr/>
        </p:nvSpPr>
        <p:spPr>
          <a:xfrm>
            <a:off x="5029200" y="1783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60720" y="2194560"/>
            <a:ext cx="2286000" cy="411480"/>
          </a:xfrm>
          <a:prstGeom prst="roundRect">
            <a:avLst>
              <a:gd name="adj" fmla="val 13333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9" name="Text 17"/>
          <p:cNvSpPr/>
          <p:nvPr/>
        </p:nvSpPr>
        <p:spPr>
          <a:xfrm>
            <a:off x="5760720" y="21945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760720" y="2788920"/>
            <a:ext cx="2286000" cy="411480"/>
          </a:xfrm>
          <a:prstGeom prst="roundRect">
            <a:avLst>
              <a:gd name="adj" fmla="val 13333"/>
            </a:avLst>
          </a:prstGeom>
          <a:solidFill>
            <a:srgbClr val="1A2744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1" name="Text 19"/>
          <p:cNvSpPr/>
          <p:nvPr/>
        </p:nvSpPr>
        <p:spPr>
          <a:xfrm>
            <a:off x="5760720" y="27432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Layout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760720" y="3383280"/>
            <a:ext cx="2286000" cy="411480"/>
          </a:xfrm>
          <a:prstGeom prst="roundRect">
            <a:avLst>
              <a:gd name="adj" fmla="val 13333"/>
            </a:avLst>
          </a:prstGeom>
          <a:solidFill>
            <a:srgbClr val="1A2744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3" name="Text 21"/>
          <p:cNvSpPr/>
          <p:nvPr/>
        </p:nvSpPr>
        <p:spPr>
          <a:xfrm>
            <a:off x="5760720" y="3200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Sidebar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760720" y="3657600"/>
            <a:ext cx="2286000" cy="411480"/>
          </a:xfrm>
          <a:prstGeom prst="roundRect">
            <a:avLst>
              <a:gd name="adj" fmla="val 13333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5" name="Text 23"/>
          <p:cNvSpPr/>
          <p:nvPr/>
        </p:nvSpPr>
        <p:spPr>
          <a:xfrm>
            <a:off x="5760720" y="36576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TodoList  useContext()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863840" y="27660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direkt!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– Wann passt es?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1A2744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28016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280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Perfekt für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914400" y="173736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(Dark / Light Mode)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(eingeloggt / ausgeloggt)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Sprache</a:t>
            </a: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wechseln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754880" y="1188720"/>
            <a:ext cx="3931920" cy="1828800"/>
          </a:xfrm>
          <a:prstGeom prst="roundRect">
            <a:avLst>
              <a:gd name="adj" fmla="val 5000"/>
            </a:avLst>
          </a:prstGeom>
          <a:solidFill>
            <a:srgbClr val="1A2744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8" name="Text 5"/>
          <p:cNvSpPr/>
          <p:nvPr/>
        </p:nvSpPr>
        <p:spPr>
          <a:xfrm>
            <a:off x="5029200" y="1280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Grenzen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029200" y="173736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Re-Render: Alle Consumer bei jeder Änderung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für schnelle Updates (Slider, Drag&amp;Drop)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 Contexts = "Provider Hell"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73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useReducer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573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Strukturierte State-Logik mit festen Regeln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2006676" cy="1371600"/>
          </a:xfrm>
          <a:prstGeom prst="roundRect">
            <a:avLst>
              <a:gd name="adj" fmla="val 6667"/>
            </a:avLst>
          </a:prstGeom>
          <a:solidFill>
            <a:srgbClr val="1A2744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20066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057400"/>
            <a:ext cx="172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Ein Objekt mit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allem Zustand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20440" y="1554480"/>
            <a:ext cx="2006676" cy="1371600"/>
          </a:xfrm>
          <a:prstGeom prst="roundRect">
            <a:avLst>
              <a:gd name="adj" fmla="val 6667"/>
            </a:avLst>
          </a:prstGeom>
          <a:solidFill>
            <a:srgbClr val="1A2744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8" name="Text 6"/>
          <p:cNvSpPr/>
          <p:nvPr/>
        </p:nvSpPr>
        <p:spPr>
          <a:xfrm>
            <a:off x="3520440" y="1645920"/>
            <a:ext cx="20066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648501" y="2057400"/>
            <a:ext cx="17748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Ein Zettel: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type: 'increment' }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1554480"/>
            <a:ext cx="2006676" cy="1371600"/>
          </a:xfrm>
          <a:prstGeom prst="roundRect">
            <a:avLst>
              <a:gd name="adj" fmla="val 6667"/>
            </a:avLst>
          </a:prstGeom>
          <a:solidFill>
            <a:srgbClr val="1A2744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1" name="Text 9"/>
          <p:cNvSpPr/>
          <p:nvPr/>
        </p:nvSpPr>
        <p:spPr>
          <a:xfrm>
            <a:off x="6309360" y="1645920"/>
            <a:ext cx="20066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2057400"/>
            <a:ext cx="172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Regeln (switch/case):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(state, action) =&gt; new</a:t>
            </a:r>
            <a:endParaRPr lang="en-US" sz="12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1965960"/>
            <a:ext cx="250835" cy="320040"/>
          </a:xfrm>
          <a:prstGeom prst="rect">
            <a:avLst/>
          </a:prstGeom>
        </p:spPr>
      </p:pic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1965960"/>
            <a:ext cx="250835" cy="3200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31520" y="3200400"/>
            <a:ext cx="6020028" cy="1554480"/>
          </a:xfrm>
          <a:prstGeom prst="roundRect">
            <a:avLst>
              <a:gd name="adj" fmla="val 5882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6" name="Text 12"/>
          <p:cNvSpPr/>
          <p:nvPr/>
        </p:nvSpPr>
        <p:spPr>
          <a:xfrm>
            <a:off x="1005840" y="3291840"/>
            <a:ext cx="5661693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[state, dispatch] = useReducer(reducer, initialState);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Statt setCount(count + 1):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dispatch({ type: 'increment' });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→ Reducer entscheidet was passiert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useReducer – Counter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3840480"/>
          </a:xfrm>
          <a:prstGeom prst="roundRect">
            <a:avLst>
              <a:gd name="adj" fmla="val 2381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772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reducer(state, action)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switch (action.type)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'increment':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{ count: state.count + 1 };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'decrement':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{ count: state.count - 1 };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'reset':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{ count: 0 };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default: return state;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[state, dispatch] = useReducer(reducer, { count: 0 });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&lt;button onClick={() =&gt; dispatch({ type: 'increment' })}&gt;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+1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&lt;/button&gt;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Redux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useReducer auf App-Ebene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useReducer (lokal)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3840480" cy="1645920"/>
          </a:xfrm>
          <a:prstGeom prst="roundRect">
            <a:avLst>
              <a:gd name="adj" fmla="val 5556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474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reducer(state, action)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switch (action.type)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'increment':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{count: state.count+1}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dispatch({ type: 'increment' })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846320" y="15544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Redux Toolkit (global)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846320" y="1920240"/>
            <a:ext cx="3840480" cy="1645920"/>
          </a:xfrm>
          <a:prstGeom prst="roundRect">
            <a:avLst>
              <a:gd name="adj" fmla="val 5556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9" name="Text 7"/>
          <p:cNvSpPr/>
          <p:nvPr/>
        </p:nvSpPr>
        <p:spPr>
          <a:xfrm>
            <a:off x="5029200" y="2011680"/>
            <a:ext cx="3474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slice = createSlice({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reducers: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increment: (state) =&gt;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state.value += 1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dispatch(increment())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3840480"/>
            <a:ext cx="7680960" cy="822960"/>
          </a:xfrm>
          <a:prstGeom prst="roundRect">
            <a:avLst>
              <a:gd name="adj" fmla="val 11111"/>
            </a:avLst>
          </a:prstGeom>
          <a:solidFill>
            <a:srgbClr val="1A2744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77640"/>
            <a:ext cx="320040" cy="3200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371600" y="38404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Gleiche Konzepte (State, Action, Reducer) – Redux macht es global mit einem zentralen Store + Redux Toolkit reduziert Boilerplate.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Vergleich – Wann was?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188720"/>
          <a:ext cx="7680960" cy="27432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8FAF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Scope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8FAF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Ideal für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67E8F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useState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Lokal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Einfache Werte (Counter, Input)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67E8F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Custom Hook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Lokal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Logik auslagern &amp; wiederverwenden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67E8F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Context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Theme, Auth, Sprache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67E8F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useReducer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Lokal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Komplexe State-Logik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67E8F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Redux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Große Enterprise Apps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114800"/>
            <a:ext cx="365760" cy="36576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4440" y="411480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useState → Custom Hook → Context → useReducer → Redux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3A1620-476B-03F2-259C-A2EF670BB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9B22D7A-E877-468E-FB51-28C2759139E6}"/>
              </a:ext>
            </a:extLst>
          </p:cNvPr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06B6D4">
              <a:alpha val="8000"/>
            </a:srgbClr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613F93A-9B4D-FFCF-A5CA-15F4FB8E939E}"/>
              </a:ext>
            </a:extLst>
          </p:cNvPr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Quellen</a:t>
            </a:r>
            <a:endParaRPr lang="en-US" sz="3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9FF7D75F-3485-1E3C-6966-D1A5CEE85F83}"/>
              </a:ext>
            </a:extLst>
          </p:cNvPr>
          <p:cNvSpPr/>
          <p:nvPr/>
        </p:nvSpPr>
        <p:spPr>
          <a:xfrm>
            <a:off x="1371600" y="10972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https://www.youtube.com/watch?v=-bEzt5ISACA&amp;t=1952s</a:t>
            </a:r>
            <a:b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1500" dirty="0">
              <a:solidFill>
                <a:srgbClr val="F8FAF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https://www.youtube.com/watch?v=qqqyUTTS-9g&amp;t</a:t>
            </a:r>
            <a:r>
              <a:rPr lang="en-US" sz="150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=1297s</a:t>
            </a:r>
            <a:r>
              <a:rPr lang="en-US" sz="150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endParaRPr lang="en-US" sz="150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2CBA4739-9E26-34B2-6B23-B6F555B2F407}"/>
              </a:ext>
            </a:extLst>
          </p:cNvPr>
          <p:cNvSpPr/>
          <p:nvPr/>
        </p:nvSpPr>
        <p:spPr>
          <a:xfrm>
            <a:off x="1371600" y="298565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https://www.youtube.com/watch?v=qqqyUTTS-9g&amp;t=1297s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7511600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06B6D4">
              <a:alpha val="8000"/>
            </a:srgbClr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Zusammenfassung</a:t>
            </a:r>
            <a:endParaRPr lang="en-US" sz="3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143000"/>
            <a:ext cx="27432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0972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= Daten die sich zur Laufzeit ändern</a:t>
            </a:r>
            <a:endParaRPr lang="en-US" sz="15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645920"/>
            <a:ext cx="274320" cy="274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16002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useState für lokalen State in einer Komponente</a:t>
            </a:r>
            <a:endParaRPr lang="en-US" sz="15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148840"/>
            <a:ext cx="274320" cy="2743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371600" y="210312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Hooks für saubere, wiederverwendbare Logik</a:t>
            </a:r>
            <a:endParaRPr lang="en-US" sz="15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651760"/>
            <a:ext cx="274320" cy="2743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371600" y="260604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API wenn mehrere Komponenten State teilen</a:t>
            </a:r>
            <a:endParaRPr lang="en-US" sz="15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54680"/>
            <a:ext cx="274320" cy="27432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371600" y="310896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useReducer für strukturierte, komplexe State-Logik</a:t>
            </a:r>
            <a:endParaRPr lang="en-US" sz="1500" dirty="0"/>
          </a:p>
        </p:txBody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657600"/>
            <a:ext cx="274320" cy="274320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1371600" y="36118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Redux = useReducer auf App-Ebene</a:t>
            </a:r>
            <a:endParaRPr lang="en-US" sz="1500" dirty="0"/>
          </a:p>
        </p:txBody>
      </p:sp>
      <p:pic>
        <p:nvPicPr>
          <p:cNvPr id="16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160520"/>
            <a:ext cx="274320" cy="274320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1371600" y="41148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 einfach – skaliere bei Bedarf!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731520"/>
            <a:ext cx="2743200" cy="2743200"/>
          </a:xfrm>
          <a:prstGeom prst="ellipse">
            <a:avLst/>
          </a:prstGeom>
          <a:solidFill>
            <a:srgbClr val="06B6D4">
              <a:alpha val="12000"/>
            </a:srgbClr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3" name="Shape 1"/>
          <p:cNvSpPr/>
          <p:nvPr/>
        </p:nvSpPr>
        <p:spPr>
          <a:xfrm>
            <a:off x="3657600" y="1188720"/>
            <a:ext cx="1828800" cy="1828800"/>
          </a:xfrm>
          <a:prstGeom prst="ellipse">
            <a:avLst/>
          </a:prstGeom>
          <a:solidFill>
            <a:srgbClr val="06B6D4">
              <a:alpha val="18000"/>
            </a:srgbClr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Fragen?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Danke fürs Zuhören!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1113</Words>
  <Application>Microsoft Office PowerPoint</Application>
  <PresentationFormat>On-screen Show (16:9)</PresentationFormat>
  <Paragraphs>257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State Management in React</dc:title>
  <dc:subject>PptxGenJS Presentation</dc:subject>
  <dc:creator>Trung</dc:creator>
  <cp:lastModifiedBy>Dam, Trung</cp:lastModifiedBy>
  <cp:revision>3</cp:revision>
  <dcterms:created xsi:type="dcterms:W3CDTF">2026-05-28T03:17:24Z</dcterms:created>
  <dcterms:modified xsi:type="dcterms:W3CDTF">2026-05-28T03:40:31Z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2026-05-28T03:26:01Z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2c6cac8d-ab61-47b3-8209-4df2e46aefbc</vt:lpwstr>
  </property>
  <property fmtid="{D5CDD505-2E9C-101B-9397-08002B2CF9AE}" pid="7" name="MSIP_Label_defa4170-0d19-0005-0004-bc88714345d2_ActionId">
    <vt:lpwstr>0075e622-d5e1-4d2e-9092-43f5de7ea6e2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