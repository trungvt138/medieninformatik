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Hier ist der Überblick – wir starten mit dem Problem, gehen durch die React-eigenen Lösungen, und schauen uns am Ende kurz externe Libs 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sind die Daten die sich ändern während die App läuft. Das kann alles sein – User-Input, API-Daten, ob ein Modal offen ist. Die Frage ist: Wie verwalten wir das, besonders wenn mehrere Komponenten den gleichen State brauchen?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 Drilling heißt: Wir reichen Props durch jede Ebene der Komponentenhierarchie. Layout und Sidebar brauchen den User gar nicht – sie geben ihn nur weiter. Bei 2-3 Ebenen geht das noch, aber bei einer großen App wird das schnell zum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Kurzer Recap: useState kennt ihr ja schon. Einfach, intuitiv, perfekt für lokalen State. Aber es hat Grenzen – wenn mehrere States zusammengehören oder global gebraucht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Hier seht ihr das Problem konkret: Wir haben 3 States die zusammengehören – items, loading, error. Bei jedem Fetch müssen wir alle 3 manuell setzen. Das vergisst man leicht und es wird unübersichtlich.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useReducer löst genau das. Es hat 3 Teile: State ist ein Objekt mit allem Zustand. Action ist ein Zettel der sagt was passieren soll. Und der Reducer ist die Funktion mit den Regeln – er nimmt den alten State plus die Action und gibt den neuen State zurück.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sieht das konkret aus. Der Reducer hat einen switch-case für jeden Action-Type. fetch_start setzt loading auf true und error auf null – in einem Schritt, keine Chance was zu vergessen. fetch_success setzt die Items und loading false. Alles konsistent.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 API löst das Prop Drilling Problem. In 3 Schritten: Erst einen Context erstellen, dann den Provider um die App wrappen mit dem Wert, und dann kann jede Komponente egal wie tief verschachtelt mit useContext direkt auf den Wert zugreifen.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seht ihr Prop Drilling – der User wird durch jede Ebene gereicht. Rechts Context – der Provider wrapped alles und Avatar greift direkt zu. Layout und Sidebar müssen nichts weiterreichen.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 Context hat auch Grenzen. Erstens: Jede Änderung am Context-Wert rendert ALLE Consumer neu. Zweitens: Für schnelle Updates wie Slider oder Drag and Drop ist es zu langsam. Drittens: Viele Contexts führen zu Provider Hell. Trotzdem perfekt für Sachen die sich selten ändern: Theme, Auth, Sprache.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Wenn Context nicht reicht, gibt es externe Libraries. Redux ist der Klassiker – mächtig aber viel Boilerplate. Redux Toolkit macht das besser. Zustand ist der moderne Trend – minimale API, kein Provider nötig, und trotzdem volle Kontrolle. Hier seht ihr wie einfach ein Zustand-Store aussieht.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Hier nochmal im Überblick: useState für einfache lokale Werte. useReducer wenn die Logik komplex wird. Context für globalen State der sich selten ändert. Redux für große Enterprise Apps. Zustand als moderner Standard. Faustregel: Starte einfach und skaliere bei Bedarf.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sind die 6 Takeaways. State Management muss nicht kompliziert sein – starte mit useState, erweitere schrittweise wenn nötig, und wähle das richtige Tool für den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Danke fürs Zuhören! Gerne Fragen.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371600"/>
            <a:ext cx="4572000" cy="4572000"/>
          </a:xfrm>
          <a:prstGeom prst="ellipse">
            <a:avLst/>
          </a:prstGeom>
          <a:solidFill>
            <a:srgbClr val="06B6D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06B6D4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Management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 React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731520" y="3108960"/>
            <a:ext cx="182880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383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Basics bis zum globalen State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347472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09728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371600"/>
            <a:ext cx="7680960" cy="502920"/>
          </a:xfrm>
          <a:prstGeom prst="roundRect">
            <a:avLst>
              <a:gd name="adj" fmla="val 9091"/>
            </a:avLst>
          </a:prstGeom>
          <a:solidFill>
            <a:srgbClr val="1A2744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46304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3716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Warum State Management?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754880" y="13716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Problem mit Prop Drilling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1965960"/>
            <a:ext cx="7680960" cy="502920"/>
          </a:xfrm>
          <a:prstGeom prst="roundRect">
            <a:avLst>
              <a:gd name="adj" fmla="val 9091"/>
            </a:avLst>
          </a:prstGeom>
          <a:solidFill>
            <a:srgbClr val="1A2744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5740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965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useState – Recap &amp; Grenzen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754880" y="19659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Wann reicht useState nicht mehr?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560320"/>
            <a:ext cx="7680960" cy="502920"/>
          </a:xfrm>
          <a:prstGeom prst="roundRect">
            <a:avLst>
              <a:gd name="adj" fmla="val 9091"/>
            </a:avLst>
          </a:prstGeom>
          <a:solidFill>
            <a:srgbClr val="1A2744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651760"/>
            <a:ext cx="320040" cy="3200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25603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useReducer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4754880" y="2560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Komplexen State strukturieren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731520" y="3154680"/>
            <a:ext cx="7680960" cy="502920"/>
          </a:xfrm>
          <a:prstGeom prst="roundRect">
            <a:avLst>
              <a:gd name="adj" fmla="val 9091"/>
            </a:avLst>
          </a:prstGeom>
          <a:solidFill>
            <a:srgbClr val="1A2744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246120"/>
            <a:ext cx="320040" cy="32004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17320" y="31546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API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4754880" y="3154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global teilen ohne Props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731520" y="3749040"/>
            <a:ext cx="7680960" cy="502920"/>
          </a:xfrm>
          <a:prstGeom prst="roundRect">
            <a:avLst>
              <a:gd name="adj" fmla="val 9091"/>
            </a:avLst>
          </a:prstGeom>
          <a:solidFill>
            <a:srgbClr val="1A2744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40480"/>
            <a:ext cx="320040" cy="32004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417320" y="3749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Externe Libraries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4754880" y="3749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Redux, Zustand &amp; Co.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731520" y="4343400"/>
            <a:ext cx="7680960" cy="502920"/>
          </a:xfrm>
          <a:prstGeom prst="roundRect">
            <a:avLst>
              <a:gd name="adj" fmla="val 9091"/>
            </a:avLst>
          </a:prstGeom>
          <a:solidFill>
            <a:srgbClr val="1A2744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4434840"/>
            <a:ext cx="320040" cy="32004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417320" y="43434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Vergleich &amp; Empfehlung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4754880" y="43434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Wann nimmt man was?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Warum State Management?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37160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= Daten, die sich zur Laufzeit ändern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4114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User-Eingaben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API-Daten (fetch-Ergebnisse)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UI-Zustand (Modals, Tabs, Toggles)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Auth-Status (eingeloggt / ausgeloggt)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120640" y="1645920"/>
            <a:ext cx="3657600" cy="2560320"/>
          </a:xfrm>
          <a:prstGeom prst="roundRect">
            <a:avLst>
              <a:gd name="adj" fmla="val 3571"/>
            </a:avLst>
          </a:prstGeom>
          <a:solidFill>
            <a:srgbClr val="1A274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82880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39496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 Problem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394960" y="28346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viele Komponenten denselben State brauchen, wird das schnell unübersichtlich.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 Drilling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09728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Props durch jede Ebene weiterreichen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0" y="173736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0" y="17373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&lt;App /&gt;  state={user}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0" y="2240280"/>
            <a:ext cx="0" cy="32004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256032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1A2744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0" y="2560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&lt;Layout /&gt;  props: user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0" y="3063240"/>
            <a:ext cx="0" cy="32004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338328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1A2744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33832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&lt;Sidebar /&gt;  props: user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0" y="3886200"/>
            <a:ext cx="0" cy="32004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420624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0" y="42062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&lt;UserAvatar /&gt;  braucht user!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26480" y="25603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braucht user gar nicht!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26480" y="3383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braucht user gar nicht!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useState – Recap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09728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280160"/>
            <a:ext cx="4754880" cy="2560320"/>
          </a:xfrm>
          <a:prstGeom prst="roundRect">
            <a:avLst>
              <a:gd name="adj" fmla="val 3571"/>
            </a:avLst>
          </a:prstGeom>
          <a:solidFill>
            <a:srgbClr val="0D1117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463040"/>
            <a:ext cx="42976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[count, setCount] = useState(0);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[name, setName] = useState('');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[loading, setLoading]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 useState(false);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760720" y="1280160"/>
            <a:ext cx="3017520" cy="1097280"/>
          </a:xfrm>
          <a:prstGeom prst="roundRect">
            <a:avLst>
              <a:gd name="adj" fmla="val 8333"/>
            </a:avLst>
          </a:prstGeom>
          <a:solidFill>
            <a:srgbClr val="1A274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41732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309360" y="1371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Stärken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943600" y="17830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 &amp; intuitiv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Perfekt für lokalen State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760720" y="2560320"/>
            <a:ext cx="3017520" cy="1280160"/>
          </a:xfrm>
          <a:prstGeom prst="roundRect">
            <a:avLst>
              <a:gd name="adj" fmla="val 7143"/>
            </a:avLst>
          </a:prstGeom>
          <a:solidFill>
            <a:srgbClr val="1A2744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0" y="2651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Grenzen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943600" y="301752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 States = unübersichtlich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Zusammenhängende Updates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globaler Zugriff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useState – Wo es schwierig wird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37160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280160"/>
            <a:ext cx="7680960" cy="3200400"/>
          </a:xfrm>
          <a:prstGeom prst="roundRect">
            <a:avLst>
              <a:gd name="adj" fmla="val 2857"/>
            </a:avLst>
          </a:prstGeom>
          <a:solidFill>
            <a:srgbClr val="0D1117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463040"/>
            <a:ext cx="7223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 separate States die zusammengehören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[items, setItems] = useState([]);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[loading, setLoading] = useState(false);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[error, setError] = useState(null);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fetchData = async () =&gt;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setLoading(true);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setError(null);       // vergisst man leicht!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try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data = await api.get();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setItems(data);     // 3 setState Aufrufe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setLoading(false);  // pro Aktion!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catch (e) { ... }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useReducer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09728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37160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1A2744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8745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Ein Objekt mit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allem Zustand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20440" y="137160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3520440" y="1463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703320" y="18745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Ein Zettel: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type: 'fetch_start' }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1A2744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1463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18745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Funktion mit Regeln: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(state, action) =&gt; newState</a:t>
            </a:r>
            <a:endParaRPr lang="en-US" sz="12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1783080"/>
            <a:ext cx="320040" cy="320040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783080"/>
            <a:ext cx="320040" cy="3200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31520" y="3017520"/>
            <a:ext cx="7680960" cy="1645920"/>
          </a:xfrm>
          <a:prstGeom prst="roundRect">
            <a:avLst>
              <a:gd name="adj" fmla="val 5556"/>
            </a:avLst>
          </a:prstGeom>
          <a:solidFill>
            <a:srgbClr val="0D1117"/>
          </a:solidFill>
          <a:ln/>
        </p:spPr>
      </p:sp>
      <p:sp>
        <p:nvSpPr>
          <p:cNvPr id="16" name="Text 12"/>
          <p:cNvSpPr/>
          <p:nvPr/>
        </p:nvSpPr>
        <p:spPr>
          <a:xfrm>
            <a:off x="1005840" y="3154680"/>
            <a:ext cx="7223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[state, dispatch] = useReducer(reducer, initialState);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Statt 3x setState: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dispatch({ type: 'fetch_start' });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→ reducer setzt loading:true, error:null automatisch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useReducer – Beispiel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09728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8229600" cy="3840480"/>
          </a:xfrm>
          <a:prstGeom prst="roundRect">
            <a:avLst>
              <a:gd name="adj" fmla="val 2381"/>
            </a:avLst>
          </a:prstGeom>
          <a:solidFill>
            <a:srgbClr val="0D111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43000"/>
            <a:ext cx="77724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reducer(state, action)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switch (action.type)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'fetch_start':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{ ...state, loading: true, error: null };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'fetch_success':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{ ...state, items: action.data, loading: false };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'fetch_error':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{ ...state, error: action.msg, loading: false };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default: return state;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init = { items: [], loading: false, error: null };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[state, dispatch] = useReducer(reducer, init);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API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09728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global teilen – ohne Prop Drilling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182880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erstellen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657600" y="1737360"/>
            <a:ext cx="5029200" cy="822960"/>
          </a:xfrm>
          <a:prstGeom prst="roundRect">
            <a:avLst>
              <a:gd name="adj" fmla="val 8889"/>
            </a:avLst>
          </a:prstGeom>
          <a:solidFill>
            <a:srgbClr val="0D1117"/>
          </a:solidFill>
          <a:ln/>
        </p:spPr>
      </p:sp>
      <p:sp>
        <p:nvSpPr>
          <p:cNvPr id="9" name="Text 7"/>
          <p:cNvSpPr/>
          <p:nvPr/>
        </p:nvSpPr>
        <p:spPr>
          <a:xfrm>
            <a:off x="3840480" y="173736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UserCtx = createContext();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88036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2788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Provider wrappen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0" y="2788920"/>
            <a:ext cx="5029200" cy="822960"/>
          </a:xfrm>
          <a:prstGeom prst="roundRect">
            <a:avLst>
              <a:gd name="adj" fmla="val 8889"/>
            </a:avLst>
          </a:prstGeom>
          <a:solidFill>
            <a:srgbClr val="0D1117"/>
          </a:solidFill>
          <a:ln/>
        </p:spPr>
      </p:sp>
      <p:sp>
        <p:nvSpPr>
          <p:cNvPr id="14" name="Text 12"/>
          <p:cNvSpPr/>
          <p:nvPr/>
        </p:nvSpPr>
        <p:spPr>
          <a:xfrm>
            <a:off x="3840480" y="27889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&lt;UserCtx.Provider value={user}&gt;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&lt;App /&gt;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&lt;/UserCtx.Provider&gt;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93192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840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Überall konsumieren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657600" y="3840480"/>
            <a:ext cx="5029200" cy="822960"/>
          </a:xfrm>
          <a:prstGeom prst="roundRect">
            <a:avLst>
              <a:gd name="adj" fmla="val 8889"/>
            </a:avLst>
          </a:prstGeom>
          <a:solidFill>
            <a:srgbClr val="0D1117"/>
          </a:solidFill>
          <a:ln/>
        </p:spPr>
      </p:sp>
      <p:sp>
        <p:nvSpPr>
          <p:cNvPr id="19" name="Text 17"/>
          <p:cNvSpPr/>
          <p:nvPr/>
        </p:nvSpPr>
        <p:spPr>
          <a:xfrm>
            <a:off x="3840480" y="38404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user = useContext(UserCtx);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vs. Prop Drilling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37160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 Drilling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71600" y="182880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1828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14600" y="2286000"/>
            <a:ext cx="0" cy="182880"/>
          </a:xfrm>
          <a:prstGeom prst="line">
            <a:avLst/>
          </a:prstGeom>
          <a:noFill/>
          <a:ln w="25400">
            <a:solidFill>
              <a:srgbClr val="EF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71600" y="246888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1A2744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Layout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514600" y="2926080"/>
            <a:ext cx="0" cy="182880"/>
          </a:xfrm>
          <a:prstGeom prst="line">
            <a:avLst/>
          </a:prstGeom>
          <a:noFill/>
          <a:ln w="254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310896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1A2744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0" y="31089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Sidebar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514600" y="3566160"/>
            <a:ext cx="0" cy="182880"/>
          </a:xfrm>
          <a:prstGeom prst="line">
            <a:avLst/>
          </a:prstGeom>
          <a:noFill/>
          <a:ln w="25400">
            <a:solidFill>
              <a:srgbClr val="EF444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71600" y="374904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Avatar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API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29200" y="1828800"/>
            <a:ext cx="3657600" cy="2560320"/>
          </a:xfrm>
          <a:prstGeom prst="roundRect">
            <a:avLst>
              <a:gd name="adj" fmla="val 3571"/>
            </a:avLst>
          </a:prstGeom>
          <a:solidFill>
            <a:srgbClr val="1A2744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2286000"/>
            <a:ext cx="2286000" cy="411480"/>
          </a:xfrm>
          <a:prstGeom prst="roundRect">
            <a:avLst>
              <a:gd name="adj" fmla="val 13333"/>
            </a:avLst>
          </a:prstGeom>
          <a:solidFill>
            <a:srgbClr val="0891B2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760720" y="2880360"/>
            <a:ext cx="2286000" cy="411480"/>
          </a:xfrm>
          <a:prstGeom prst="roundRect">
            <a:avLst>
              <a:gd name="adj" fmla="val 13333"/>
            </a:avLst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0" y="2880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Layout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760720" y="3474720"/>
            <a:ext cx="2286000" cy="411480"/>
          </a:xfrm>
          <a:prstGeom prst="roundRect">
            <a:avLst>
              <a:gd name="adj" fmla="val 13333"/>
            </a:avLst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5760720" y="3474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Sidebar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760720" y="4069080"/>
            <a:ext cx="2286000" cy="411480"/>
          </a:xfrm>
          <a:prstGeom prst="roundRect">
            <a:avLst>
              <a:gd name="adj" fmla="val 13333"/>
            </a:avLst>
          </a:prstGeom>
          <a:solidFill>
            <a:srgbClr val="0891B2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0" y="4069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Avatar  useContext()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138160" y="30175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direkt!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– Grenzen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09728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371600"/>
            <a:ext cx="7680960" cy="914400"/>
          </a:xfrm>
          <a:prstGeom prst="roundRect">
            <a:avLst>
              <a:gd name="adj" fmla="val 10000"/>
            </a:avLst>
          </a:prstGeom>
          <a:solidFill>
            <a:srgbClr val="1A2744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44475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Re-Render Problem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178308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Änderung am Context-Wert rendert ALLE Consumer neu – auch wenn sie nur einen Teil brauchen.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468880"/>
            <a:ext cx="7680960" cy="914400"/>
          </a:xfrm>
          <a:prstGeom prst="roundRect">
            <a:avLst>
              <a:gd name="adj" fmla="val 10000"/>
            </a:avLst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54203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Nicht für High-Frequency Updates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8803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Slider, Drag &amp; Drop, Animationen – hier ist Context zu langsam.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680960" cy="914400"/>
          </a:xfrm>
          <a:prstGeom prst="roundRect">
            <a:avLst>
              <a:gd name="adj" fmla="val 10000"/>
            </a:avLst>
          </a:prstGeom>
          <a:solidFill>
            <a:srgbClr val="1A2744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63931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Provider-Nesting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397764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 Contexts = viele verschachtelte Provider, der sogenannte "Provider Hell".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44805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einfachen globalen State (Theme, Auth, Language) trotzdem perfekt!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Externe Libraries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09728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371600"/>
            <a:ext cx="3840480" cy="1828800"/>
          </a:xfrm>
          <a:prstGeom prst="roundRect">
            <a:avLst>
              <a:gd name="adj" fmla="val 5000"/>
            </a:avLst>
          </a:prstGeom>
          <a:solidFill>
            <a:srgbClr val="1A2744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463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Redux / Redux Toolkit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1920240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Klassiker, seit 2015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Globaler Store + Actions + Reducers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 Boilerplate (Toolkit hilft)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für große Enterprise Apps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46320" y="1371600"/>
            <a:ext cx="3840480" cy="1828800"/>
          </a:xfrm>
          <a:prstGeom prst="roundRect">
            <a:avLst>
              <a:gd name="adj" fmla="val 5000"/>
            </a:avLst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463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Zustand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120640" y="1920240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Leichtgewicht, modern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Minimale API, kaum Boilerplate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Provider nötig!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Trend: immer beliebter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3474720"/>
            <a:ext cx="7955280" cy="1280160"/>
          </a:xfrm>
          <a:prstGeom prst="roundRect">
            <a:avLst>
              <a:gd name="adj" fmla="val 7143"/>
            </a:avLst>
          </a:prstGeom>
          <a:solidFill>
            <a:srgbClr val="0D1117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566160"/>
            <a:ext cx="74980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Zustand – so einfach geht's: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useStore = create((set) =&gt; 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count: 0,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increment: () =&gt; set((s) =&gt; ({ count: s.count + 1 })),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}));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Vergleich – Wann was?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097280" cy="36576"/>
          </a:xfrm>
          <a:prstGeom prst="rect">
            <a:avLst/>
          </a:prstGeom>
          <a:solidFill>
            <a:srgbClr val="06B6D4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371600"/>
                <a:gridCol w="3017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8FAF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Komplexität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8FAF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Scope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8FAF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Ideal für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7E8F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useState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Niedrig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Lokal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Einfache Werte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7E8F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useReducer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Mittel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Lokal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Komplexe Logik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7E8F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Context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Niedrig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Theme, Auth, i18n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7E8F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Redux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Apps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7E8F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Zustand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Niedrig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Moderner Standard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023360"/>
            <a:ext cx="365760" cy="365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234440" y="40233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Faustregel: Starte mit useState. Wird's komplex → useReducer. Brauchst du's global → Context oder Zustand.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06B6D4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Zusammenfassung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1371600" cy="36576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4173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3716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Management = Daten zur Laufzeit verwalten</a:t>
            </a:r>
            <a:endParaRPr lang="en-US" sz="16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65960"/>
            <a:ext cx="320040" cy="320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9202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useState für einfache, lokale Werte</a:t>
            </a:r>
            <a:endParaRPr lang="en-US" sz="16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514600"/>
            <a:ext cx="320040" cy="3200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463040" y="24688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useReducer für komplexe, zusammenhängende Logik</a:t>
            </a:r>
            <a:endParaRPr lang="en-US" sz="16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063240"/>
            <a:ext cx="320040" cy="32004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463040" y="30175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API löst Prop Drilling</a:t>
            </a:r>
            <a:endParaRPr lang="en-US" sz="160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611880"/>
            <a:ext cx="320040" cy="32004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463040" y="35661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Externe Libs (Zustand, Redux) für große Projekte</a:t>
            </a:r>
            <a:endParaRPr lang="en-US" sz="160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4160520"/>
            <a:ext cx="320040" cy="32004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463040" y="41148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 einfach – skaliere bei Bedarf!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731520"/>
            <a:ext cx="2743200" cy="2743200"/>
          </a:xfrm>
          <a:prstGeom prst="ellipse">
            <a:avLst/>
          </a:prstGeom>
          <a:solidFill>
            <a:srgbClr val="06B6D4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657600" y="1188720"/>
            <a:ext cx="1828800" cy="1828800"/>
          </a:xfrm>
          <a:prstGeom prst="ellipse">
            <a:avLst/>
          </a:prstGeom>
          <a:solidFill>
            <a:srgbClr val="06B6D4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Fragen?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Danke fürs Zuhören!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State Management in React</dc:title>
  <dc:subject>PptxGenJS Presentation</dc:subject>
  <dc:creator>Trung</dc:creator>
  <cp:lastModifiedBy>Trung</cp:lastModifiedBy>
  <cp:revision>1</cp:revision>
  <dcterms:created xsi:type="dcterms:W3CDTF">2026-05-26T19:50:45Z</dcterms:created>
  <dcterms:modified xsi:type="dcterms:W3CDTF">2026-05-26T19:50:45Z</dcterms:modified>
</cp:coreProperties>
</file>